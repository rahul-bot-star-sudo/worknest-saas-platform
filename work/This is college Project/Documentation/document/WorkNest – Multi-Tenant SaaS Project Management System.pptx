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01" y="-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B4A67-49FE-453A-97D0-9EDC7763AE93}" type="doc">
      <dgm:prSet loTypeId="urn:microsoft.com/office/officeart/2005/8/layout/v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AEBA7CD7-C29D-4572-90FB-304AA03C3FA6}">
      <dgm:prSet phldrT="[Text]"/>
      <dgm:spPr/>
      <dgm:t>
        <a:bodyPr/>
        <a:lstStyle/>
        <a:p>
          <a:r>
            <a:rPr lang="en-GB" dirty="0" smtClean="0"/>
            <a:t>User (Browser)</a:t>
          </a:r>
          <a:endParaRPr lang="en-IN" dirty="0"/>
        </a:p>
      </dgm:t>
    </dgm:pt>
    <dgm:pt modelId="{AF6B0CC7-678F-4D00-A73F-1AA57D5F887A}" type="parTrans" cxnId="{641B4CE9-FB8D-4F79-AD97-F4DC06AEFEA8}">
      <dgm:prSet/>
      <dgm:spPr/>
      <dgm:t>
        <a:bodyPr/>
        <a:lstStyle/>
        <a:p>
          <a:endParaRPr lang="en-IN"/>
        </a:p>
      </dgm:t>
    </dgm:pt>
    <dgm:pt modelId="{FA9EECB8-C67F-41B4-AF6B-5121C38D04D8}" type="sibTrans" cxnId="{641B4CE9-FB8D-4F79-AD97-F4DC06AEFEA8}">
      <dgm:prSet/>
      <dgm:spPr/>
      <dgm:t>
        <a:bodyPr/>
        <a:lstStyle/>
        <a:p>
          <a:endParaRPr lang="en-IN"/>
        </a:p>
      </dgm:t>
    </dgm:pt>
    <dgm:pt modelId="{00D61A37-1CA0-4585-B217-17A1A628A8EB}">
      <dgm:prSet phldrT="[Text]"/>
      <dgm:spPr/>
      <dgm:t>
        <a:bodyPr/>
        <a:lstStyle/>
        <a:p>
          <a:r>
            <a:rPr lang="en-GB" dirty="0" smtClean="0"/>
            <a:t>React Frontend</a:t>
          </a:r>
          <a:endParaRPr lang="en-IN" dirty="0"/>
        </a:p>
      </dgm:t>
    </dgm:pt>
    <dgm:pt modelId="{C924A713-B4A1-4262-BA56-A9F722BA9F19}" type="parTrans" cxnId="{2984857F-094B-4FD5-8D75-4EB945DD2E55}">
      <dgm:prSet/>
      <dgm:spPr/>
      <dgm:t>
        <a:bodyPr/>
        <a:lstStyle/>
        <a:p>
          <a:endParaRPr lang="en-IN"/>
        </a:p>
      </dgm:t>
    </dgm:pt>
    <dgm:pt modelId="{49D7A432-9ACB-4D1C-A4D6-B42C525EF965}" type="sibTrans" cxnId="{2984857F-094B-4FD5-8D75-4EB945DD2E55}">
      <dgm:prSet/>
      <dgm:spPr/>
      <dgm:t>
        <a:bodyPr/>
        <a:lstStyle/>
        <a:p>
          <a:endParaRPr lang="en-IN"/>
        </a:p>
      </dgm:t>
    </dgm:pt>
    <dgm:pt modelId="{9781FEB4-3433-46B7-A75D-211D7D85E4C4}">
      <dgm:prSet phldrT="[Text]"/>
      <dgm:spPr/>
      <dgm:t>
        <a:bodyPr/>
        <a:lstStyle/>
        <a:p>
          <a:r>
            <a:rPr lang="en-GB" dirty="0" smtClean="0"/>
            <a:t>MySQL Database</a:t>
          </a:r>
        </a:p>
      </dgm:t>
    </dgm:pt>
    <dgm:pt modelId="{FF33CE45-250A-4A45-B6BA-8B8AFD5E44BE}" type="parTrans" cxnId="{65F86BFE-BF0E-4F20-B179-70D54D8258AC}">
      <dgm:prSet/>
      <dgm:spPr/>
      <dgm:t>
        <a:bodyPr/>
        <a:lstStyle/>
        <a:p>
          <a:endParaRPr lang="en-IN"/>
        </a:p>
      </dgm:t>
    </dgm:pt>
    <dgm:pt modelId="{28009DE8-B19D-4C26-967C-7F8A22E04D84}" type="sibTrans" cxnId="{65F86BFE-BF0E-4F20-B179-70D54D8258AC}">
      <dgm:prSet/>
      <dgm:spPr/>
      <dgm:t>
        <a:bodyPr/>
        <a:lstStyle/>
        <a:p>
          <a:endParaRPr lang="en-IN"/>
        </a:p>
      </dgm:t>
    </dgm:pt>
    <dgm:pt modelId="{C74B9BBD-C5EB-4ACB-96FE-D13A1A291EE6}">
      <dgm:prSet phldrT="[Text]"/>
      <dgm:spPr/>
      <dgm:t>
        <a:bodyPr/>
        <a:lstStyle/>
        <a:p>
          <a:r>
            <a:rPr lang="en-GB" dirty="0" err="1" smtClean="0"/>
            <a:t>NodeJs</a:t>
          </a:r>
          <a:endParaRPr lang="en-IN" dirty="0"/>
        </a:p>
      </dgm:t>
    </dgm:pt>
    <dgm:pt modelId="{C6597715-1B44-44B3-AF9E-ADFD361AAEBE}" type="parTrans" cxnId="{8DEE46E2-B3B4-440A-8BD5-3A792DEFB817}">
      <dgm:prSet/>
      <dgm:spPr/>
      <dgm:t>
        <a:bodyPr/>
        <a:lstStyle/>
        <a:p>
          <a:endParaRPr lang="en-IN"/>
        </a:p>
      </dgm:t>
    </dgm:pt>
    <dgm:pt modelId="{948F4B4A-8628-4BE7-81F9-64E8C59E20C2}" type="sibTrans" cxnId="{8DEE46E2-B3B4-440A-8BD5-3A792DEFB817}">
      <dgm:prSet/>
      <dgm:spPr/>
      <dgm:t>
        <a:bodyPr/>
        <a:lstStyle/>
        <a:p>
          <a:endParaRPr lang="en-IN"/>
        </a:p>
      </dgm:t>
    </dgm:pt>
    <dgm:pt modelId="{BDB1B567-FDB1-49EE-A824-23A101D6B856}" type="pres">
      <dgm:prSet presAssocID="{612B4A67-49FE-453A-97D0-9EDC7763AE93}" presName="outerComposite" presStyleCnt="0">
        <dgm:presLayoutVars>
          <dgm:chMax val="5"/>
          <dgm:dir/>
          <dgm:resizeHandles val="exact"/>
        </dgm:presLayoutVars>
      </dgm:prSet>
      <dgm:spPr/>
    </dgm:pt>
    <dgm:pt modelId="{EC699F3A-555E-43ED-AEE5-95C254128BA2}" type="pres">
      <dgm:prSet presAssocID="{612B4A67-49FE-453A-97D0-9EDC7763AE93}" presName="dummyMaxCanvas" presStyleCnt="0">
        <dgm:presLayoutVars/>
      </dgm:prSet>
      <dgm:spPr/>
    </dgm:pt>
    <dgm:pt modelId="{6800B8A2-12B0-4079-862C-BB9603826FF0}" type="pres">
      <dgm:prSet presAssocID="{612B4A67-49FE-453A-97D0-9EDC7763AE93}" presName="FourNodes_1" presStyleLbl="node1" presStyleIdx="0" presStyleCnt="4">
        <dgm:presLayoutVars>
          <dgm:bulletEnabled val="1"/>
        </dgm:presLayoutVars>
      </dgm:prSet>
      <dgm:spPr/>
    </dgm:pt>
    <dgm:pt modelId="{16588FC5-162E-4214-9799-283F1D92937A}" type="pres">
      <dgm:prSet presAssocID="{612B4A67-49FE-453A-97D0-9EDC7763AE93}" presName="FourNodes_2" presStyleLbl="node1" presStyleIdx="1" presStyleCnt="4">
        <dgm:presLayoutVars>
          <dgm:bulletEnabled val="1"/>
        </dgm:presLayoutVars>
      </dgm:prSet>
      <dgm:spPr/>
    </dgm:pt>
    <dgm:pt modelId="{7CE498C3-483B-4093-A7A9-B931B3656999}" type="pres">
      <dgm:prSet presAssocID="{612B4A67-49FE-453A-97D0-9EDC7763AE93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29F688A-41A0-4314-9E3A-405C811042C3}" type="pres">
      <dgm:prSet presAssocID="{612B4A67-49FE-453A-97D0-9EDC7763AE93}" presName="FourNodes_4" presStyleLbl="node1" presStyleIdx="3" presStyleCnt="4">
        <dgm:presLayoutVars>
          <dgm:bulletEnabled val="1"/>
        </dgm:presLayoutVars>
      </dgm:prSet>
      <dgm:spPr/>
    </dgm:pt>
    <dgm:pt modelId="{4C0BC9F3-F289-4565-9E09-1EA224F274A1}" type="pres">
      <dgm:prSet presAssocID="{612B4A67-49FE-453A-97D0-9EDC7763AE93}" presName="FourConn_1-2" presStyleLbl="fgAccFollowNode1" presStyleIdx="0" presStyleCnt="3">
        <dgm:presLayoutVars>
          <dgm:bulletEnabled val="1"/>
        </dgm:presLayoutVars>
      </dgm:prSet>
      <dgm:spPr/>
    </dgm:pt>
    <dgm:pt modelId="{0D4B2101-0AA7-4C00-8B3F-6A5231B26E50}" type="pres">
      <dgm:prSet presAssocID="{612B4A67-49FE-453A-97D0-9EDC7763AE93}" presName="FourConn_2-3" presStyleLbl="fgAccFollowNode1" presStyleIdx="1" presStyleCnt="3">
        <dgm:presLayoutVars>
          <dgm:bulletEnabled val="1"/>
        </dgm:presLayoutVars>
      </dgm:prSet>
      <dgm:spPr/>
    </dgm:pt>
    <dgm:pt modelId="{BEE5A99F-4390-4E2C-B3DB-3A604AFE6E05}" type="pres">
      <dgm:prSet presAssocID="{612B4A67-49FE-453A-97D0-9EDC7763AE93}" presName="FourConn_3-4" presStyleLbl="fgAccFollowNode1" presStyleIdx="2" presStyleCnt="3">
        <dgm:presLayoutVars>
          <dgm:bulletEnabled val="1"/>
        </dgm:presLayoutVars>
      </dgm:prSet>
      <dgm:spPr/>
    </dgm:pt>
    <dgm:pt modelId="{8BB0942C-081B-4DD9-950F-434CCBDFCFAE}" type="pres">
      <dgm:prSet presAssocID="{612B4A67-49FE-453A-97D0-9EDC7763AE93}" presName="FourNodes_1_text" presStyleLbl="node1" presStyleIdx="3" presStyleCnt="4">
        <dgm:presLayoutVars>
          <dgm:bulletEnabled val="1"/>
        </dgm:presLayoutVars>
      </dgm:prSet>
      <dgm:spPr/>
    </dgm:pt>
    <dgm:pt modelId="{F7177144-9304-44FC-A19D-47CBAFCFC532}" type="pres">
      <dgm:prSet presAssocID="{612B4A67-49FE-453A-97D0-9EDC7763AE93}" presName="FourNodes_2_text" presStyleLbl="node1" presStyleIdx="3" presStyleCnt="4">
        <dgm:presLayoutVars>
          <dgm:bulletEnabled val="1"/>
        </dgm:presLayoutVars>
      </dgm:prSet>
      <dgm:spPr/>
    </dgm:pt>
    <dgm:pt modelId="{7C5BE575-46FC-435F-806A-31EBE0BE6FE3}" type="pres">
      <dgm:prSet presAssocID="{612B4A67-49FE-453A-97D0-9EDC7763AE93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D621D9E-5627-438F-A0D3-337A8599CCE6}" type="pres">
      <dgm:prSet presAssocID="{612B4A67-49FE-453A-97D0-9EDC7763AE9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6657665-2B79-4AF6-8D2C-81F6F74A96FE}" type="presOf" srcId="{612B4A67-49FE-453A-97D0-9EDC7763AE93}" destId="{BDB1B567-FDB1-49EE-A824-23A101D6B856}" srcOrd="0" destOrd="0" presId="urn:microsoft.com/office/officeart/2005/8/layout/vProcess5"/>
    <dgm:cxn modelId="{6666C6D0-6FAA-4C33-9491-14D8EF7AD5B2}" type="presOf" srcId="{FA9EECB8-C67F-41B4-AF6B-5121C38D04D8}" destId="{4C0BC9F3-F289-4565-9E09-1EA224F274A1}" srcOrd="0" destOrd="0" presId="urn:microsoft.com/office/officeart/2005/8/layout/vProcess5"/>
    <dgm:cxn modelId="{3FA0F32D-4B23-4156-B22A-9EA98E5D1A3A}" type="presOf" srcId="{948F4B4A-8628-4BE7-81F9-64E8C59E20C2}" destId="{BEE5A99F-4390-4E2C-B3DB-3A604AFE6E05}" srcOrd="0" destOrd="0" presId="urn:microsoft.com/office/officeart/2005/8/layout/vProcess5"/>
    <dgm:cxn modelId="{453F8DFB-099B-41FE-AF80-9299D4F5E6BB}" type="presOf" srcId="{C74B9BBD-C5EB-4ACB-96FE-D13A1A291EE6}" destId="{7C5BE575-46FC-435F-806A-31EBE0BE6FE3}" srcOrd="1" destOrd="0" presId="urn:microsoft.com/office/officeart/2005/8/layout/vProcess5"/>
    <dgm:cxn modelId="{38BF388F-53B8-4D65-BD1B-AB49B85EAE7A}" type="presOf" srcId="{C74B9BBD-C5EB-4ACB-96FE-D13A1A291EE6}" destId="{7CE498C3-483B-4093-A7A9-B931B3656999}" srcOrd="0" destOrd="0" presId="urn:microsoft.com/office/officeart/2005/8/layout/vProcess5"/>
    <dgm:cxn modelId="{2984857F-094B-4FD5-8D75-4EB945DD2E55}" srcId="{612B4A67-49FE-453A-97D0-9EDC7763AE93}" destId="{00D61A37-1CA0-4585-B217-17A1A628A8EB}" srcOrd="1" destOrd="0" parTransId="{C924A713-B4A1-4262-BA56-A9F722BA9F19}" sibTransId="{49D7A432-9ACB-4D1C-A4D6-B42C525EF965}"/>
    <dgm:cxn modelId="{4F8493A6-0D9A-4696-BECD-369D022C0C1F}" type="presOf" srcId="{49D7A432-9ACB-4D1C-A4D6-B42C525EF965}" destId="{0D4B2101-0AA7-4C00-8B3F-6A5231B26E50}" srcOrd="0" destOrd="0" presId="urn:microsoft.com/office/officeart/2005/8/layout/vProcess5"/>
    <dgm:cxn modelId="{F8CB1F78-D40A-41B7-86AD-E87B8E054167}" type="presOf" srcId="{9781FEB4-3433-46B7-A75D-211D7D85E4C4}" destId="{0D621D9E-5627-438F-A0D3-337A8599CCE6}" srcOrd="1" destOrd="0" presId="urn:microsoft.com/office/officeart/2005/8/layout/vProcess5"/>
    <dgm:cxn modelId="{DECEED2F-9EF2-453E-9A29-FD63F4BFA3B4}" type="presOf" srcId="{AEBA7CD7-C29D-4572-90FB-304AA03C3FA6}" destId="{6800B8A2-12B0-4079-862C-BB9603826FF0}" srcOrd="0" destOrd="0" presId="urn:microsoft.com/office/officeart/2005/8/layout/vProcess5"/>
    <dgm:cxn modelId="{21FF567C-CEE9-4525-8F8A-B9A3BE7DA03C}" type="presOf" srcId="{9781FEB4-3433-46B7-A75D-211D7D85E4C4}" destId="{D29F688A-41A0-4314-9E3A-405C811042C3}" srcOrd="0" destOrd="0" presId="urn:microsoft.com/office/officeart/2005/8/layout/vProcess5"/>
    <dgm:cxn modelId="{E22285C8-0F1A-423D-AA69-69FF36D7D12F}" type="presOf" srcId="{00D61A37-1CA0-4585-B217-17A1A628A8EB}" destId="{16588FC5-162E-4214-9799-283F1D92937A}" srcOrd="0" destOrd="0" presId="urn:microsoft.com/office/officeart/2005/8/layout/vProcess5"/>
    <dgm:cxn modelId="{2A30BE2C-1FAA-483E-BF5C-E1D9C0A32539}" type="presOf" srcId="{00D61A37-1CA0-4585-B217-17A1A628A8EB}" destId="{F7177144-9304-44FC-A19D-47CBAFCFC532}" srcOrd="1" destOrd="0" presId="urn:microsoft.com/office/officeart/2005/8/layout/vProcess5"/>
    <dgm:cxn modelId="{65F86BFE-BF0E-4F20-B179-70D54D8258AC}" srcId="{612B4A67-49FE-453A-97D0-9EDC7763AE93}" destId="{9781FEB4-3433-46B7-A75D-211D7D85E4C4}" srcOrd="3" destOrd="0" parTransId="{FF33CE45-250A-4A45-B6BA-8B8AFD5E44BE}" sibTransId="{28009DE8-B19D-4C26-967C-7F8A22E04D84}"/>
    <dgm:cxn modelId="{19B14414-B365-48EA-9808-DE453733DBF5}" type="presOf" srcId="{AEBA7CD7-C29D-4572-90FB-304AA03C3FA6}" destId="{8BB0942C-081B-4DD9-950F-434CCBDFCFAE}" srcOrd="1" destOrd="0" presId="urn:microsoft.com/office/officeart/2005/8/layout/vProcess5"/>
    <dgm:cxn modelId="{641B4CE9-FB8D-4F79-AD97-F4DC06AEFEA8}" srcId="{612B4A67-49FE-453A-97D0-9EDC7763AE93}" destId="{AEBA7CD7-C29D-4572-90FB-304AA03C3FA6}" srcOrd="0" destOrd="0" parTransId="{AF6B0CC7-678F-4D00-A73F-1AA57D5F887A}" sibTransId="{FA9EECB8-C67F-41B4-AF6B-5121C38D04D8}"/>
    <dgm:cxn modelId="{8DEE46E2-B3B4-440A-8BD5-3A792DEFB817}" srcId="{612B4A67-49FE-453A-97D0-9EDC7763AE93}" destId="{C74B9BBD-C5EB-4ACB-96FE-D13A1A291EE6}" srcOrd="2" destOrd="0" parTransId="{C6597715-1B44-44B3-AF9E-ADFD361AAEBE}" sibTransId="{948F4B4A-8628-4BE7-81F9-64E8C59E20C2}"/>
    <dgm:cxn modelId="{BAAF6861-1CB6-4660-BE5E-AC89D4911C0B}" type="presParOf" srcId="{BDB1B567-FDB1-49EE-A824-23A101D6B856}" destId="{EC699F3A-555E-43ED-AEE5-95C254128BA2}" srcOrd="0" destOrd="0" presId="urn:microsoft.com/office/officeart/2005/8/layout/vProcess5"/>
    <dgm:cxn modelId="{FB6A33FD-4DA0-4AE9-90F4-6EFE8629DDBF}" type="presParOf" srcId="{BDB1B567-FDB1-49EE-A824-23A101D6B856}" destId="{6800B8A2-12B0-4079-862C-BB9603826FF0}" srcOrd="1" destOrd="0" presId="urn:microsoft.com/office/officeart/2005/8/layout/vProcess5"/>
    <dgm:cxn modelId="{400EFAA1-DBD5-41F7-BB28-BB476533833A}" type="presParOf" srcId="{BDB1B567-FDB1-49EE-A824-23A101D6B856}" destId="{16588FC5-162E-4214-9799-283F1D92937A}" srcOrd="2" destOrd="0" presId="urn:microsoft.com/office/officeart/2005/8/layout/vProcess5"/>
    <dgm:cxn modelId="{8ECCA127-980B-462B-9679-B14C1CFB0604}" type="presParOf" srcId="{BDB1B567-FDB1-49EE-A824-23A101D6B856}" destId="{7CE498C3-483B-4093-A7A9-B931B3656999}" srcOrd="3" destOrd="0" presId="urn:microsoft.com/office/officeart/2005/8/layout/vProcess5"/>
    <dgm:cxn modelId="{BB09F4F9-2F38-4502-B421-020629B63C21}" type="presParOf" srcId="{BDB1B567-FDB1-49EE-A824-23A101D6B856}" destId="{D29F688A-41A0-4314-9E3A-405C811042C3}" srcOrd="4" destOrd="0" presId="urn:microsoft.com/office/officeart/2005/8/layout/vProcess5"/>
    <dgm:cxn modelId="{10C116AC-4B58-40CC-ADA3-CD7E77F9BFB1}" type="presParOf" srcId="{BDB1B567-FDB1-49EE-A824-23A101D6B856}" destId="{4C0BC9F3-F289-4565-9E09-1EA224F274A1}" srcOrd="5" destOrd="0" presId="urn:microsoft.com/office/officeart/2005/8/layout/vProcess5"/>
    <dgm:cxn modelId="{9D57189D-0442-40D2-9B11-CE8541F37EF2}" type="presParOf" srcId="{BDB1B567-FDB1-49EE-A824-23A101D6B856}" destId="{0D4B2101-0AA7-4C00-8B3F-6A5231B26E50}" srcOrd="6" destOrd="0" presId="urn:microsoft.com/office/officeart/2005/8/layout/vProcess5"/>
    <dgm:cxn modelId="{A52D7F02-ACF7-4A76-905C-43E73CF517B9}" type="presParOf" srcId="{BDB1B567-FDB1-49EE-A824-23A101D6B856}" destId="{BEE5A99F-4390-4E2C-B3DB-3A604AFE6E05}" srcOrd="7" destOrd="0" presId="urn:microsoft.com/office/officeart/2005/8/layout/vProcess5"/>
    <dgm:cxn modelId="{A1DABB97-0060-46C8-BAF6-AB6481C615D1}" type="presParOf" srcId="{BDB1B567-FDB1-49EE-A824-23A101D6B856}" destId="{8BB0942C-081B-4DD9-950F-434CCBDFCFAE}" srcOrd="8" destOrd="0" presId="urn:microsoft.com/office/officeart/2005/8/layout/vProcess5"/>
    <dgm:cxn modelId="{3196D320-8435-4681-A8E4-506586882133}" type="presParOf" srcId="{BDB1B567-FDB1-49EE-A824-23A101D6B856}" destId="{F7177144-9304-44FC-A19D-47CBAFCFC532}" srcOrd="9" destOrd="0" presId="urn:microsoft.com/office/officeart/2005/8/layout/vProcess5"/>
    <dgm:cxn modelId="{0341742C-7B9C-4CC7-87E1-974384FCA010}" type="presParOf" srcId="{BDB1B567-FDB1-49EE-A824-23A101D6B856}" destId="{7C5BE575-46FC-435F-806A-31EBE0BE6FE3}" srcOrd="10" destOrd="0" presId="urn:microsoft.com/office/officeart/2005/8/layout/vProcess5"/>
    <dgm:cxn modelId="{CB07E009-0B37-46D8-94FD-42F71CD4FC92}" type="presParOf" srcId="{BDB1B567-FDB1-49EE-A824-23A101D6B856}" destId="{0D621D9E-5627-438F-A0D3-337A8599CCE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3FCD28-A380-42F3-A1E5-D4ACA34AEA79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00B416F-CA74-43CC-9883-AC0EB66DDEBB}">
      <dgm:prSet phldrT="[Text]"/>
      <dgm:spPr/>
      <dgm:t>
        <a:bodyPr/>
        <a:lstStyle/>
        <a:p>
          <a:r>
            <a:rPr lang="en-GB" dirty="0" smtClean="0"/>
            <a:t>Super Admin</a:t>
          </a:r>
          <a:endParaRPr lang="en-IN" dirty="0"/>
        </a:p>
      </dgm:t>
    </dgm:pt>
    <dgm:pt modelId="{D4D112C8-F1B5-4277-B2F4-7735477FE1EC}" type="parTrans" cxnId="{9785C1BB-B30F-4D93-AD48-1AE7BFF8DE84}">
      <dgm:prSet/>
      <dgm:spPr/>
      <dgm:t>
        <a:bodyPr/>
        <a:lstStyle/>
        <a:p>
          <a:endParaRPr lang="en-IN"/>
        </a:p>
      </dgm:t>
    </dgm:pt>
    <dgm:pt modelId="{3A163885-DD04-4F04-8465-CD01015D3790}" type="sibTrans" cxnId="{9785C1BB-B30F-4D93-AD48-1AE7BFF8DE84}">
      <dgm:prSet/>
      <dgm:spPr/>
      <dgm:t>
        <a:bodyPr/>
        <a:lstStyle/>
        <a:p>
          <a:endParaRPr lang="en-IN"/>
        </a:p>
      </dgm:t>
    </dgm:pt>
    <dgm:pt modelId="{D45CAB95-B250-4696-9A8A-B1F8553CF36F}">
      <dgm:prSet phldrT="[Text]"/>
      <dgm:spPr/>
      <dgm:t>
        <a:bodyPr/>
        <a:lstStyle/>
        <a:p>
          <a:r>
            <a:rPr lang="en-GB" dirty="0" smtClean="0"/>
            <a:t>Company</a:t>
          </a:r>
          <a:endParaRPr lang="en-IN" dirty="0"/>
        </a:p>
      </dgm:t>
    </dgm:pt>
    <dgm:pt modelId="{9A8424AE-5613-4CE6-AEE7-514F4D7D44F0}" type="parTrans" cxnId="{A1A959B7-F4B7-473D-B9C5-CB40C51EEB14}">
      <dgm:prSet/>
      <dgm:spPr/>
      <dgm:t>
        <a:bodyPr/>
        <a:lstStyle/>
        <a:p>
          <a:endParaRPr lang="en-IN"/>
        </a:p>
      </dgm:t>
    </dgm:pt>
    <dgm:pt modelId="{B1B85705-B324-4374-9544-198F5E3A741F}" type="sibTrans" cxnId="{A1A959B7-F4B7-473D-B9C5-CB40C51EEB14}">
      <dgm:prSet/>
      <dgm:spPr/>
      <dgm:t>
        <a:bodyPr/>
        <a:lstStyle/>
        <a:p>
          <a:endParaRPr lang="en-IN"/>
        </a:p>
      </dgm:t>
    </dgm:pt>
    <dgm:pt modelId="{B1DD78C5-315D-4CD5-859E-331FE08A67B1}">
      <dgm:prSet phldrT="[Text]"/>
      <dgm:spPr/>
      <dgm:t>
        <a:bodyPr/>
        <a:lstStyle/>
        <a:p>
          <a:r>
            <a:rPr lang="en-GB" dirty="0" smtClean="0"/>
            <a:t>Workspace’s</a:t>
          </a:r>
        </a:p>
      </dgm:t>
    </dgm:pt>
    <dgm:pt modelId="{C3D8AEC3-A19E-48C2-BB42-57425ADB0431}" type="parTrans" cxnId="{8FEF1ADA-206E-4AE7-9491-3B2032E88855}">
      <dgm:prSet/>
      <dgm:spPr/>
      <dgm:t>
        <a:bodyPr/>
        <a:lstStyle/>
        <a:p>
          <a:endParaRPr lang="en-IN"/>
        </a:p>
      </dgm:t>
    </dgm:pt>
    <dgm:pt modelId="{2E1667E9-EE25-4B61-BCEF-C28248E54907}" type="sibTrans" cxnId="{8FEF1ADA-206E-4AE7-9491-3B2032E88855}">
      <dgm:prSet/>
      <dgm:spPr/>
      <dgm:t>
        <a:bodyPr/>
        <a:lstStyle/>
        <a:p>
          <a:endParaRPr lang="en-IN"/>
        </a:p>
      </dgm:t>
    </dgm:pt>
    <dgm:pt modelId="{87280174-F542-4142-A128-17A3F1DCEC86}">
      <dgm:prSet phldrT="[Text]"/>
      <dgm:spPr/>
      <dgm:t>
        <a:bodyPr/>
        <a:lstStyle/>
        <a:p>
          <a:r>
            <a:rPr lang="en-GB" dirty="0" smtClean="0"/>
            <a:t>Company</a:t>
          </a:r>
          <a:endParaRPr lang="en-IN" dirty="0"/>
        </a:p>
      </dgm:t>
    </dgm:pt>
    <dgm:pt modelId="{A9EC9811-A7E3-412A-AC07-187060FCF337}" type="parTrans" cxnId="{52EDC906-6AC5-4AEE-8B1F-0B4B1F7D2E43}">
      <dgm:prSet/>
      <dgm:spPr/>
      <dgm:t>
        <a:bodyPr/>
        <a:lstStyle/>
        <a:p>
          <a:endParaRPr lang="en-IN"/>
        </a:p>
      </dgm:t>
    </dgm:pt>
    <dgm:pt modelId="{F9CE703B-4C04-4666-81CB-8E8FC4B2D614}" type="sibTrans" cxnId="{52EDC906-6AC5-4AEE-8B1F-0B4B1F7D2E43}">
      <dgm:prSet/>
      <dgm:spPr/>
      <dgm:t>
        <a:bodyPr/>
        <a:lstStyle/>
        <a:p>
          <a:endParaRPr lang="en-IN"/>
        </a:p>
      </dgm:t>
    </dgm:pt>
    <dgm:pt modelId="{DE3BCB90-8005-445A-ACFD-E1584A1AAF44}">
      <dgm:prSet phldrT="[Text]"/>
      <dgm:spPr/>
      <dgm:t>
        <a:bodyPr/>
        <a:lstStyle/>
        <a:p>
          <a:r>
            <a:rPr lang="en-GB" dirty="0" smtClean="0"/>
            <a:t>Project</a:t>
          </a:r>
        </a:p>
      </dgm:t>
    </dgm:pt>
    <dgm:pt modelId="{463E1240-F42C-427D-80D2-A14448DD0512}" type="parTrans" cxnId="{C48CC218-C7EE-4E58-B7DA-15AFE6B09D52}">
      <dgm:prSet/>
      <dgm:spPr/>
      <dgm:t>
        <a:bodyPr/>
        <a:lstStyle/>
        <a:p>
          <a:endParaRPr lang="en-IN"/>
        </a:p>
      </dgm:t>
    </dgm:pt>
    <dgm:pt modelId="{08C70164-43E7-4C8A-8F57-EE6F856A1E72}" type="sibTrans" cxnId="{C48CC218-C7EE-4E58-B7DA-15AFE6B09D52}">
      <dgm:prSet/>
      <dgm:spPr/>
      <dgm:t>
        <a:bodyPr/>
        <a:lstStyle/>
        <a:p>
          <a:endParaRPr lang="en-IN"/>
        </a:p>
      </dgm:t>
    </dgm:pt>
    <dgm:pt modelId="{096EF10D-81ED-4F97-96DD-FE09F7AD04AE}">
      <dgm:prSet phldrT="[Text]"/>
      <dgm:spPr/>
      <dgm:t>
        <a:bodyPr/>
        <a:lstStyle/>
        <a:p>
          <a:r>
            <a:rPr lang="en-GB" dirty="0" smtClean="0"/>
            <a:t>Project</a:t>
          </a:r>
        </a:p>
      </dgm:t>
    </dgm:pt>
    <dgm:pt modelId="{07D5F32A-2DE8-4926-B1A3-8706ACADF8F3}" type="parTrans" cxnId="{BE900D3C-C7E0-4914-B0FE-F4D619F3D74E}">
      <dgm:prSet/>
      <dgm:spPr/>
      <dgm:t>
        <a:bodyPr/>
        <a:lstStyle/>
        <a:p>
          <a:endParaRPr lang="en-IN"/>
        </a:p>
      </dgm:t>
    </dgm:pt>
    <dgm:pt modelId="{D61A08EE-9A7E-41FC-B47F-C6B6D917B605}" type="sibTrans" cxnId="{BE900D3C-C7E0-4914-B0FE-F4D619F3D74E}">
      <dgm:prSet/>
      <dgm:spPr/>
      <dgm:t>
        <a:bodyPr/>
        <a:lstStyle/>
        <a:p>
          <a:endParaRPr lang="en-IN"/>
        </a:p>
      </dgm:t>
    </dgm:pt>
    <dgm:pt modelId="{E41022CE-AB6A-425B-B7AF-D217CEAF3BFA}">
      <dgm:prSet phldrT="[Text]"/>
      <dgm:spPr/>
      <dgm:t>
        <a:bodyPr/>
        <a:lstStyle/>
        <a:p>
          <a:r>
            <a:rPr lang="en-GB" dirty="0" smtClean="0"/>
            <a:t>Workspace’s</a:t>
          </a:r>
        </a:p>
      </dgm:t>
    </dgm:pt>
    <dgm:pt modelId="{629D968E-09DE-47B7-AC4A-1181486E0B5B}" type="parTrans" cxnId="{24A00654-2392-48B8-B1E5-FE2E10362B7C}">
      <dgm:prSet/>
      <dgm:spPr/>
      <dgm:t>
        <a:bodyPr/>
        <a:lstStyle/>
        <a:p>
          <a:endParaRPr lang="en-IN"/>
        </a:p>
      </dgm:t>
    </dgm:pt>
    <dgm:pt modelId="{7EB11BAA-6534-4BFA-954C-B1F87BCA60FE}" type="sibTrans" cxnId="{24A00654-2392-48B8-B1E5-FE2E10362B7C}">
      <dgm:prSet/>
      <dgm:spPr/>
      <dgm:t>
        <a:bodyPr/>
        <a:lstStyle/>
        <a:p>
          <a:endParaRPr lang="en-IN"/>
        </a:p>
      </dgm:t>
    </dgm:pt>
    <dgm:pt modelId="{27D9848B-E3BB-4168-8075-CCA09207FF4C}">
      <dgm:prSet phldrT="[Text]"/>
      <dgm:spPr/>
      <dgm:t>
        <a:bodyPr/>
        <a:lstStyle/>
        <a:p>
          <a:r>
            <a:rPr lang="en-GB" dirty="0" smtClean="0"/>
            <a:t>Workspace’s</a:t>
          </a:r>
        </a:p>
      </dgm:t>
    </dgm:pt>
    <dgm:pt modelId="{414BE5E0-54AA-4325-AD7E-690EAD9B1613}" type="parTrans" cxnId="{741CB481-D323-45E2-A13C-0F44674D64B4}">
      <dgm:prSet/>
      <dgm:spPr/>
      <dgm:t>
        <a:bodyPr/>
        <a:lstStyle/>
        <a:p>
          <a:endParaRPr lang="en-IN"/>
        </a:p>
      </dgm:t>
    </dgm:pt>
    <dgm:pt modelId="{970B2CB7-6EBA-4160-8C70-D6CB6E4DB94D}" type="sibTrans" cxnId="{741CB481-D323-45E2-A13C-0F44674D64B4}">
      <dgm:prSet/>
      <dgm:spPr/>
      <dgm:t>
        <a:bodyPr/>
        <a:lstStyle/>
        <a:p>
          <a:endParaRPr lang="en-IN"/>
        </a:p>
      </dgm:t>
    </dgm:pt>
    <dgm:pt modelId="{E4A462E5-05C8-455E-9671-EE63EC710D2D}">
      <dgm:prSet phldrT="[Text]"/>
      <dgm:spPr/>
      <dgm:t>
        <a:bodyPr/>
        <a:lstStyle/>
        <a:p>
          <a:r>
            <a:rPr lang="en-GB" dirty="0" smtClean="0"/>
            <a:t>Workspace’s</a:t>
          </a:r>
        </a:p>
      </dgm:t>
    </dgm:pt>
    <dgm:pt modelId="{8825BC2D-E833-485C-9A51-A31284F55706}" type="parTrans" cxnId="{CAFCA3CD-48CF-47DA-96CC-1C183445550D}">
      <dgm:prSet/>
      <dgm:spPr/>
      <dgm:t>
        <a:bodyPr/>
        <a:lstStyle/>
        <a:p>
          <a:endParaRPr lang="en-IN"/>
        </a:p>
      </dgm:t>
    </dgm:pt>
    <dgm:pt modelId="{D70B8BCC-AD7A-4687-8C1A-423415ADEE1E}" type="sibTrans" cxnId="{CAFCA3CD-48CF-47DA-96CC-1C183445550D}">
      <dgm:prSet/>
      <dgm:spPr/>
      <dgm:t>
        <a:bodyPr/>
        <a:lstStyle/>
        <a:p>
          <a:endParaRPr lang="en-IN"/>
        </a:p>
      </dgm:t>
    </dgm:pt>
    <dgm:pt modelId="{CA0640E5-0F11-4F90-94ED-9B59F88DC7F8}">
      <dgm:prSet/>
      <dgm:spPr/>
      <dgm:t>
        <a:bodyPr/>
        <a:lstStyle/>
        <a:p>
          <a:r>
            <a:rPr lang="en-GB" dirty="0" smtClean="0"/>
            <a:t>Project</a:t>
          </a:r>
          <a:endParaRPr lang="en-IN" dirty="0"/>
        </a:p>
      </dgm:t>
    </dgm:pt>
    <dgm:pt modelId="{B5C9EE4A-4D1B-4C6C-A84B-6B61E522B5E9}" type="parTrans" cxnId="{C872A4CF-9B93-492C-BC31-CE093DC8B9BD}">
      <dgm:prSet/>
      <dgm:spPr/>
      <dgm:t>
        <a:bodyPr/>
        <a:lstStyle/>
        <a:p>
          <a:endParaRPr lang="en-IN"/>
        </a:p>
      </dgm:t>
    </dgm:pt>
    <dgm:pt modelId="{36D7CD2D-1066-4CDF-A03E-A72F92CF3D28}" type="sibTrans" cxnId="{C872A4CF-9B93-492C-BC31-CE093DC8B9BD}">
      <dgm:prSet/>
      <dgm:spPr/>
      <dgm:t>
        <a:bodyPr/>
        <a:lstStyle/>
        <a:p>
          <a:endParaRPr lang="en-IN"/>
        </a:p>
      </dgm:t>
    </dgm:pt>
    <dgm:pt modelId="{F6A13120-0107-4EAD-B709-02B8ABC558A8}">
      <dgm:prSet/>
      <dgm:spPr/>
      <dgm:t>
        <a:bodyPr/>
        <a:lstStyle/>
        <a:p>
          <a:r>
            <a:rPr lang="en-GB" dirty="0" smtClean="0"/>
            <a:t>Project</a:t>
          </a:r>
          <a:endParaRPr lang="en-IN" dirty="0"/>
        </a:p>
      </dgm:t>
    </dgm:pt>
    <dgm:pt modelId="{DFAF5869-69A3-4809-B699-FDF41A671814}" type="parTrans" cxnId="{7FEA5705-4A06-4280-B246-0A5CA75DB6AB}">
      <dgm:prSet/>
      <dgm:spPr/>
      <dgm:t>
        <a:bodyPr/>
        <a:lstStyle/>
        <a:p>
          <a:endParaRPr lang="en-IN"/>
        </a:p>
      </dgm:t>
    </dgm:pt>
    <dgm:pt modelId="{CD1246CF-B8C5-49CF-90F6-D18E8C74A843}" type="sibTrans" cxnId="{7FEA5705-4A06-4280-B246-0A5CA75DB6AB}">
      <dgm:prSet/>
      <dgm:spPr/>
      <dgm:t>
        <a:bodyPr/>
        <a:lstStyle/>
        <a:p>
          <a:endParaRPr lang="en-IN"/>
        </a:p>
      </dgm:t>
    </dgm:pt>
    <dgm:pt modelId="{2529044B-B0FC-46B6-AA0E-EB03861743C9}" type="pres">
      <dgm:prSet presAssocID="{C53FCD28-A380-42F3-A1E5-D4ACA34AEA79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1EDDB8D-80BE-408D-ABB3-6A3EF2C83D4F}" type="pres">
      <dgm:prSet presAssocID="{C53FCD28-A380-42F3-A1E5-D4ACA34AEA79}" presName="hierFlow" presStyleCnt="0"/>
      <dgm:spPr/>
    </dgm:pt>
    <dgm:pt modelId="{368EB65E-D721-4AF4-815F-FD7AFF2A6FD9}" type="pres">
      <dgm:prSet presAssocID="{C53FCD28-A380-42F3-A1E5-D4ACA34AEA79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D126BDE-9925-47BA-B4B5-BDFBAECCF33B}" type="pres">
      <dgm:prSet presAssocID="{400B416F-CA74-43CC-9883-AC0EB66DDEBB}" presName="Name14" presStyleCnt="0"/>
      <dgm:spPr/>
    </dgm:pt>
    <dgm:pt modelId="{A9105873-4B18-46A8-9835-97521145D060}" type="pres">
      <dgm:prSet presAssocID="{400B416F-CA74-43CC-9883-AC0EB66DDEBB}" presName="level1Shape" presStyleLbl="node0" presStyleIdx="0" presStyleCnt="1">
        <dgm:presLayoutVars>
          <dgm:chPref val="3"/>
        </dgm:presLayoutVars>
      </dgm:prSet>
      <dgm:spPr/>
    </dgm:pt>
    <dgm:pt modelId="{BB364C59-3B5F-4909-9C37-0397A4BB5612}" type="pres">
      <dgm:prSet presAssocID="{400B416F-CA74-43CC-9883-AC0EB66DDEBB}" presName="hierChild2" presStyleCnt="0"/>
      <dgm:spPr/>
    </dgm:pt>
    <dgm:pt modelId="{B9A5FBCC-E5EF-4E05-8557-082A864136DF}" type="pres">
      <dgm:prSet presAssocID="{9A8424AE-5613-4CE6-AEE7-514F4D7D44F0}" presName="Name19" presStyleLbl="parChTrans1D2" presStyleIdx="0" presStyleCnt="2"/>
      <dgm:spPr/>
    </dgm:pt>
    <dgm:pt modelId="{533ACAA9-6FCE-460B-8075-665FAC727612}" type="pres">
      <dgm:prSet presAssocID="{D45CAB95-B250-4696-9A8A-B1F8553CF36F}" presName="Name21" presStyleCnt="0"/>
      <dgm:spPr/>
    </dgm:pt>
    <dgm:pt modelId="{95E1162C-B602-4BFF-83C2-FEEFA200D223}" type="pres">
      <dgm:prSet presAssocID="{D45CAB95-B250-4696-9A8A-B1F8553CF36F}" presName="level2Shape" presStyleLbl="node2" presStyleIdx="0" presStyleCnt="2"/>
      <dgm:spPr/>
    </dgm:pt>
    <dgm:pt modelId="{44D82D0F-C9FE-4A95-9446-A9F37CD7C69C}" type="pres">
      <dgm:prSet presAssocID="{D45CAB95-B250-4696-9A8A-B1F8553CF36F}" presName="hierChild3" presStyleCnt="0"/>
      <dgm:spPr/>
    </dgm:pt>
    <dgm:pt modelId="{8491146C-BC27-4063-8ED0-FAEDF19CB50B}" type="pres">
      <dgm:prSet presAssocID="{C3D8AEC3-A19E-48C2-BB42-57425ADB0431}" presName="Name19" presStyleLbl="parChTrans1D3" presStyleIdx="0" presStyleCnt="4"/>
      <dgm:spPr/>
    </dgm:pt>
    <dgm:pt modelId="{DA839A12-72C8-4A1E-9976-2363A5368E69}" type="pres">
      <dgm:prSet presAssocID="{B1DD78C5-315D-4CD5-859E-331FE08A67B1}" presName="Name21" presStyleCnt="0"/>
      <dgm:spPr/>
    </dgm:pt>
    <dgm:pt modelId="{C0FFB22D-7521-4D94-B9DE-18347C259BD8}" type="pres">
      <dgm:prSet presAssocID="{B1DD78C5-315D-4CD5-859E-331FE08A67B1}" presName="level2Shape" presStyleLbl="node3" presStyleIdx="0" presStyleCnt="4"/>
      <dgm:spPr/>
      <dgm:t>
        <a:bodyPr/>
        <a:lstStyle/>
        <a:p>
          <a:endParaRPr lang="en-IN"/>
        </a:p>
      </dgm:t>
    </dgm:pt>
    <dgm:pt modelId="{38DEC3FB-FDEF-4DE7-9F69-D7EBAF0F4E76}" type="pres">
      <dgm:prSet presAssocID="{B1DD78C5-315D-4CD5-859E-331FE08A67B1}" presName="hierChild3" presStyleCnt="0"/>
      <dgm:spPr/>
    </dgm:pt>
    <dgm:pt modelId="{13C8685C-46C8-436A-902D-06F4303A28B3}" type="pres">
      <dgm:prSet presAssocID="{629D968E-09DE-47B7-AC4A-1181486E0B5B}" presName="Name19" presStyleLbl="parChTrans1D3" presStyleIdx="1" presStyleCnt="4"/>
      <dgm:spPr/>
    </dgm:pt>
    <dgm:pt modelId="{3AA3D6CC-8C8F-4705-8F78-3E76EFEA7442}" type="pres">
      <dgm:prSet presAssocID="{E41022CE-AB6A-425B-B7AF-D217CEAF3BFA}" presName="Name21" presStyleCnt="0"/>
      <dgm:spPr/>
    </dgm:pt>
    <dgm:pt modelId="{814CA3D5-530A-4EB5-B0D3-5A55593183B9}" type="pres">
      <dgm:prSet presAssocID="{E41022CE-AB6A-425B-B7AF-D217CEAF3BFA}" presName="level2Shape" presStyleLbl="node3" presStyleIdx="1" presStyleCnt="4"/>
      <dgm:spPr/>
      <dgm:t>
        <a:bodyPr/>
        <a:lstStyle/>
        <a:p>
          <a:endParaRPr lang="en-IN"/>
        </a:p>
      </dgm:t>
    </dgm:pt>
    <dgm:pt modelId="{D462259E-B59D-4E3B-9E75-A3D46A148224}" type="pres">
      <dgm:prSet presAssocID="{E41022CE-AB6A-425B-B7AF-D217CEAF3BFA}" presName="hierChild3" presStyleCnt="0"/>
      <dgm:spPr/>
    </dgm:pt>
    <dgm:pt modelId="{B1E69903-E43F-434C-A125-205FFE5342F8}" type="pres">
      <dgm:prSet presAssocID="{463E1240-F42C-427D-80D2-A14448DD0512}" presName="Name19" presStyleLbl="parChTrans1D4" presStyleIdx="0" presStyleCnt="4"/>
      <dgm:spPr/>
    </dgm:pt>
    <dgm:pt modelId="{EE4E8B5C-5205-4E3F-9897-606F8C62BB79}" type="pres">
      <dgm:prSet presAssocID="{DE3BCB90-8005-445A-ACFD-E1584A1AAF44}" presName="Name21" presStyleCnt="0"/>
      <dgm:spPr/>
    </dgm:pt>
    <dgm:pt modelId="{734EAF97-D4B3-4E94-84BA-ED0155A1F16C}" type="pres">
      <dgm:prSet presAssocID="{DE3BCB90-8005-445A-ACFD-E1584A1AAF44}" presName="level2Shape" presStyleLbl="node4" presStyleIdx="0" presStyleCnt="4"/>
      <dgm:spPr/>
      <dgm:t>
        <a:bodyPr/>
        <a:lstStyle/>
        <a:p>
          <a:endParaRPr lang="en-IN"/>
        </a:p>
      </dgm:t>
    </dgm:pt>
    <dgm:pt modelId="{F78B7146-A959-4567-8521-707BBD198079}" type="pres">
      <dgm:prSet presAssocID="{DE3BCB90-8005-445A-ACFD-E1584A1AAF44}" presName="hierChild3" presStyleCnt="0"/>
      <dgm:spPr/>
    </dgm:pt>
    <dgm:pt modelId="{95874D2A-7F7B-4D25-A086-E0102F6458E7}" type="pres">
      <dgm:prSet presAssocID="{07D5F32A-2DE8-4926-B1A3-8706ACADF8F3}" presName="Name19" presStyleLbl="parChTrans1D4" presStyleIdx="1" presStyleCnt="4"/>
      <dgm:spPr/>
    </dgm:pt>
    <dgm:pt modelId="{148D6E16-619A-4862-9791-B1C8D7AB1867}" type="pres">
      <dgm:prSet presAssocID="{096EF10D-81ED-4F97-96DD-FE09F7AD04AE}" presName="Name21" presStyleCnt="0"/>
      <dgm:spPr/>
    </dgm:pt>
    <dgm:pt modelId="{25D05000-90D5-45D5-8AE3-723731E6E0EC}" type="pres">
      <dgm:prSet presAssocID="{096EF10D-81ED-4F97-96DD-FE09F7AD04AE}" presName="level2Shape" presStyleLbl="node4" presStyleIdx="1" presStyleCnt="4"/>
      <dgm:spPr/>
      <dgm:t>
        <a:bodyPr/>
        <a:lstStyle/>
        <a:p>
          <a:endParaRPr lang="en-IN"/>
        </a:p>
      </dgm:t>
    </dgm:pt>
    <dgm:pt modelId="{B07A73BC-51D0-4CF6-986B-6D0982115E1F}" type="pres">
      <dgm:prSet presAssocID="{096EF10D-81ED-4F97-96DD-FE09F7AD04AE}" presName="hierChild3" presStyleCnt="0"/>
      <dgm:spPr/>
    </dgm:pt>
    <dgm:pt modelId="{8ABD71E0-2449-43AE-A489-BF814A59D444}" type="pres">
      <dgm:prSet presAssocID="{A9EC9811-A7E3-412A-AC07-187060FCF337}" presName="Name19" presStyleLbl="parChTrans1D2" presStyleIdx="1" presStyleCnt="2"/>
      <dgm:spPr/>
    </dgm:pt>
    <dgm:pt modelId="{77DE117D-5FA5-475E-8E7F-5D010EEA42B8}" type="pres">
      <dgm:prSet presAssocID="{87280174-F542-4142-A128-17A3F1DCEC86}" presName="Name21" presStyleCnt="0"/>
      <dgm:spPr/>
    </dgm:pt>
    <dgm:pt modelId="{21FCC14E-FC0A-4981-B791-66196DF643B5}" type="pres">
      <dgm:prSet presAssocID="{87280174-F542-4142-A128-17A3F1DCEC86}" presName="level2Shape" presStyleLbl="node2" presStyleIdx="1" presStyleCnt="2"/>
      <dgm:spPr/>
    </dgm:pt>
    <dgm:pt modelId="{51BA63A0-7B3B-4D58-B853-C816C31196CD}" type="pres">
      <dgm:prSet presAssocID="{87280174-F542-4142-A128-17A3F1DCEC86}" presName="hierChild3" presStyleCnt="0"/>
      <dgm:spPr/>
    </dgm:pt>
    <dgm:pt modelId="{41B6A0A3-E213-4D31-A3F4-D0D546A61982}" type="pres">
      <dgm:prSet presAssocID="{414BE5E0-54AA-4325-AD7E-690EAD9B1613}" presName="Name19" presStyleLbl="parChTrans1D3" presStyleIdx="2" presStyleCnt="4"/>
      <dgm:spPr/>
    </dgm:pt>
    <dgm:pt modelId="{B25C9F65-B1B7-4519-B21C-B0518C77789D}" type="pres">
      <dgm:prSet presAssocID="{27D9848B-E3BB-4168-8075-CCA09207FF4C}" presName="Name21" presStyleCnt="0"/>
      <dgm:spPr/>
    </dgm:pt>
    <dgm:pt modelId="{17506270-EB63-47E6-9AB5-4518A1F2D610}" type="pres">
      <dgm:prSet presAssocID="{27D9848B-E3BB-4168-8075-CCA09207FF4C}" presName="level2Shape" presStyleLbl="node3" presStyleIdx="2" presStyleCnt="4"/>
      <dgm:spPr/>
    </dgm:pt>
    <dgm:pt modelId="{D838266F-03E8-4137-9D5D-0A08EE7AC5D1}" type="pres">
      <dgm:prSet presAssocID="{27D9848B-E3BB-4168-8075-CCA09207FF4C}" presName="hierChild3" presStyleCnt="0"/>
      <dgm:spPr/>
    </dgm:pt>
    <dgm:pt modelId="{5620A259-55F6-443F-9182-CE96C9570F6A}" type="pres">
      <dgm:prSet presAssocID="{8825BC2D-E833-485C-9A51-A31284F55706}" presName="Name19" presStyleLbl="parChTrans1D3" presStyleIdx="3" presStyleCnt="4"/>
      <dgm:spPr/>
    </dgm:pt>
    <dgm:pt modelId="{0EC863E0-314F-4C7D-B9DF-1C0B31DA8329}" type="pres">
      <dgm:prSet presAssocID="{E4A462E5-05C8-455E-9671-EE63EC710D2D}" presName="Name21" presStyleCnt="0"/>
      <dgm:spPr/>
    </dgm:pt>
    <dgm:pt modelId="{F466F893-635C-41F4-A711-EBA60197DA1C}" type="pres">
      <dgm:prSet presAssocID="{E4A462E5-05C8-455E-9671-EE63EC710D2D}" presName="level2Shape" presStyleLbl="node3" presStyleIdx="3" presStyleCnt="4"/>
      <dgm:spPr/>
    </dgm:pt>
    <dgm:pt modelId="{95098B4D-4DB2-4E33-AFE2-1BA0BDA1BCB7}" type="pres">
      <dgm:prSet presAssocID="{E4A462E5-05C8-455E-9671-EE63EC710D2D}" presName="hierChild3" presStyleCnt="0"/>
      <dgm:spPr/>
    </dgm:pt>
    <dgm:pt modelId="{96ADE45E-D6CD-4FB2-9E9C-F51B079C09F2}" type="pres">
      <dgm:prSet presAssocID="{B5C9EE4A-4D1B-4C6C-A84B-6B61E522B5E9}" presName="Name19" presStyleLbl="parChTrans1D4" presStyleIdx="2" presStyleCnt="4"/>
      <dgm:spPr/>
    </dgm:pt>
    <dgm:pt modelId="{4DFAE2C3-2606-4A2E-9C81-79C628EDB679}" type="pres">
      <dgm:prSet presAssocID="{CA0640E5-0F11-4F90-94ED-9B59F88DC7F8}" presName="Name21" presStyleCnt="0"/>
      <dgm:spPr/>
    </dgm:pt>
    <dgm:pt modelId="{7748EFDF-CEB7-4B5E-B50B-21845F4AE9EE}" type="pres">
      <dgm:prSet presAssocID="{CA0640E5-0F11-4F90-94ED-9B59F88DC7F8}" presName="level2Shape" presStyleLbl="node4" presStyleIdx="2" presStyleCnt="4"/>
      <dgm:spPr/>
    </dgm:pt>
    <dgm:pt modelId="{D89A85C1-9093-4E33-8D30-F426495DF1B4}" type="pres">
      <dgm:prSet presAssocID="{CA0640E5-0F11-4F90-94ED-9B59F88DC7F8}" presName="hierChild3" presStyleCnt="0"/>
      <dgm:spPr/>
    </dgm:pt>
    <dgm:pt modelId="{66A6E63A-8AF2-4EB0-8B18-F739240FA173}" type="pres">
      <dgm:prSet presAssocID="{DFAF5869-69A3-4809-B699-FDF41A671814}" presName="Name19" presStyleLbl="parChTrans1D4" presStyleIdx="3" presStyleCnt="4"/>
      <dgm:spPr/>
    </dgm:pt>
    <dgm:pt modelId="{EE71AE0A-8C8A-4F1A-9B61-C5683BCC4274}" type="pres">
      <dgm:prSet presAssocID="{F6A13120-0107-4EAD-B709-02B8ABC558A8}" presName="Name21" presStyleCnt="0"/>
      <dgm:spPr/>
    </dgm:pt>
    <dgm:pt modelId="{B285487A-E5D2-49D4-8413-6F35251583C8}" type="pres">
      <dgm:prSet presAssocID="{F6A13120-0107-4EAD-B709-02B8ABC558A8}" presName="level2Shape" presStyleLbl="node4" presStyleIdx="3" presStyleCnt="4"/>
      <dgm:spPr/>
    </dgm:pt>
    <dgm:pt modelId="{74B0F977-B90F-4413-9BF3-8898C6D79651}" type="pres">
      <dgm:prSet presAssocID="{F6A13120-0107-4EAD-B709-02B8ABC558A8}" presName="hierChild3" presStyleCnt="0"/>
      <dgm:spPr/>
    </dgm:pt>
    <dgm:pt modelId="{E627AD18-F968-498C-BB1F-0D65E22F7033}" type="pres">
      <dgm:prSet presAssocID="{C53FCD28-A380-42F3-A1E5-D4ACA34AEA79}" presName="bgShapesFlow" presStyleCnt="0"/>
      <dgm:spPr/>
    </dgm:pt>
  </dgm:ptLst>
  <dgm:cxnLst>
    <dgm:cxn modelId="{C48CC218-C7EE-4E58-B7DA-15AFE6B09D52}" srcId="{E41022CE-AB6A-425B-B7AF-D217CEAF3BFA}" destId="{DE3BCB90-8005-445A-ACFD-E1584A1AAF44}" srcOrd="0" destOrd="0" parTransId="{463E1240-F42C-427D-80D2-A14448DD0512}" sibTransId="{08C70164-43E7-4C8A-8F57-EE6F856A1E72}"/>
    <dgm:cxn modelId="{9BE5C4DE-3CEC-41A1-B5FC-B88E0BABD76F}" type="presOf" srcId="{C3D8AEC3-A19E-48C2-BB42-57425ADB0431}" destId="{8491146C-BC27-4063-8ED0-FAEDF19CB50B}" srcOrd="0" destOrd="0" presId="urn:microsoft.com/office/officeart/2005/8/layout/hierarchy6"/>
    <dgm:cxn modelId="{587FAF35-4C8A-4194-AFC1-74B227248FF1}" type="presOf" srcId="{07D5F32A-2DE8-4926-B1A3-8706ACADF8F3}" destId="{95874D2A-7F7B-4D25-A086-E0102F6458E7}" srcOrd="0" destOrd="0" presId="urn:microsoft.com/office/officeart/2005/8/layout/hierarchy6"/>
    <dgm:cxn modelId="{52D338C7-77AD-4C31-B7A5-4BFDA00290EA}" type="presOf" srcId="{A9EC9811-A7E3-412A-AC07-187060FCF337}" destId="{8ABD71E0-2449-43AE-A489-BF814A59D444}" srcOrd="0" destOrd="0" presId="urn:microsoft.com/office/officeart/2005/8/layout/hierarchy6"/>
    <dgm:cxn modelId="{566DC02F-9879-4A71-B79D-8EA54910B4CF}" type="presOf" srcId="{E4A462E5-05C8-455E-9671-EE63EC710D2D}" destId="{F466F893-635C-41F4-A711-EBA60197DA1C}" srcOrd="0" destOrd="0" presId="urn:microsoft.com/office/officeart/2005/8/layout/hierarchy6"/>
    <dgm:cxn modelId="{7FEA5705-4A06-4280-B246-0A5CA75DB6AB}" srcId="{E4A462E5-05C8-455E-9671-EE63EC710D2D}" destId="{F6A13120-0107-4EAD-B709-02B8ABC558A8}" srcOrd="1" destOrd="0" parTransId="{DFAF5869-69A3-4809-B699-FDF41A671814}" sibTransId="{CD1246CF-B8C5-49CF-90F6-D18E8C74A843}"/>
    <dgm:cxn modelId="{40EA2C5C-4ECF-4556-B719-54B9943B9C03}" type="presOf" srcId="{8825BC2D-E833-485C-9A51-A31284F55706}" destId="{5620A259-55F6-443F-9182-CE96C9570F6A}" srcOrd="0" destOrd="0" presId="urn:microsoft.com/office/officeart/2005/8/layout/hierarchy6"/>
    <dgm:cxn modelId="{741CB481-D323-45E2-A13C-0F44674D64B4}" srcId="{87280174-F542-4142-A128-17A3F1DCEC86}" destId="{27D9848B-E3BB-4168-8075-CCA09207FF4C}" srcOrd="0" destOrd="0" parTransId="{414BE5E0-54AA-4325-AD7E-690EAD9B1613}" sibTransId="{970B2CB7-6EBA-4160-8C70-D6CB6E4DB94D}"/>
    <dgm:cxn modelId="{8FEF1ADA-206E-4AE7-9491-3B2032E88855}" srcId="{D45CAB95-B250-4696-9A8A-B1F8553CF36F}" destId="{B1DD78C5-315D-4CD5-859E-331FE08A67B1}" srcOrd="0" destOrd="0" parTransId="{C3D8AEC3-A19E-48C2-BB42-57425ADB0431}" sibTransId="{2E1667E9-EE25-4B61-BCEF-C28248E54907}"/>
    <dgm:cxn modelId="{62102D34-9A69-42E2-BB23-0498DDCF37DE}" type="presOf" srcId="{B1DD78C5-315D-4CD5-859E-331FE08A67B1}" destId="{C0FFB22D-7521-4D94-B9DE-18347C259BD8}" srcOrd="0" destOrd="0" presId="urn:microsoft.com/office/officeart/2005/8/layout/hierarchy6"/>
    <dgm:cxn modelId="{9785C1BB-B30F-4D93-AD48-1AE7BFF8DE84}" srcId="{C53FCD28-A380-42F3-A1E5-D4ACA34AEA79}" destId="{400B416F-CA74-43CC-9883-AC0EB66DDEBB}" srcOrd="0" destOrd="0" parTransId="{D4D112C8-F1B5-4277-B2F4-7735477FE1EC}" sibTransId="{3A163885-DD04-4F04-8465-CD01015D3790}"/>
    <dgm:cxn modelId="{7A6F00E4-9106-44EC-B444-CA979C6E5AAD}" type="presOf" srcId="{463E1240-F42C-427D-80D2-A14448DD0512}" destId="{B1E69903-E43F-434C-A125-205FFE5342F8}" srcOrd="0" destOrd="0" presId="urn:microsoft.com/office/officeart/2005/8/layout/hierarchy6"/>
    <dgm:cxn modelId="{6CBB4D50-D4A3-4ECB-8516-1AE568394AC0}" type="presOf" srcId="{27D9848B-E3BB-4168-8075-CCA09207FF4C}" destId="{17506270-EB63-47E6-9AB5-4518A1F2D610}" srcOrd="0" destOrd="0" presId="urn:microsoft.com/office/officeart/2005/8/layout/hierarchy6"/>
    <dgm:cxn modelId="{9E7FCAF7-8998-429F-8CBC-48B0901B4EB8}" type="presOf" srcId="{D45CAB95-B250-4696-9A8A-B1F8553CF36F}" destId="{95E1162C-B602-4BFF-83C2-FEEFA200D223}" srcOrd="0" destOrd="0" presId="urn:microsoft.com/office/officeart/2005/8/layout/hierarchy6"/>
    <dgm:cxn modelId="{05DC7455-2D8C-44F6-A37C-12EAC03FF432}" type="presOf" srcId="{DE3BCB90-8005-445A-ACFD-E1584A1AAF44}" destId="{734EAF97-D4B3-4E94-84BA-ED0155A1F16C}" srcOrd="0" destOrd="0" presId="urn:microsoft.com/office/officeart/2005/8/layout/hierarchy6"/>
    <dgm:cxn modelId="{F099639E-748E-491D-9C26-0BF32960BB1F}" type="presOf" srcId="{C53FCD28-A380-42F3-A1E5-D4ACA34AEA79}" destId="{2529044B-B0FC-46B6-AA0E-EB03861743C9}" srcOrd="0" destOrd="0" presId="urn:microsoft.com/office/officeart/2005/8/layout/hierarchy6"/>
    <dgm:cxn modelId="{2102D6C8-F2D8-4F8D-B0C0-BDA8D4C1B06B}" type="presOf" srcId="{9A8424AE-5613-4CE6-AEE7-514F4D7D44F0}" destId="{B9A5FBCC-E5EF-4E05-8557-082A864136DF}" srcOrd="0" destOrd="0" presId="urn:microsoft.com/office/officeart/2005/8/layout/hierarchy6"/>
    <dgm:cxn modelId="{CAFCA3CD-48CF-47DA-96CC-1C183445550D}" srcId="{87280174-F542-4142-A128-17A3F1DCEC86}" destId="{E4A462E5-05C8-455E-9671-EE63EC710D2D}" srcOrd="1" destOrd="0" parTransId="{8825BC2D-E833-485C-9A51-A31284F55706}" sibTransId="{D70B8BCC-AD7A-4687-8C1A-423415ADEE1E}"/>
    <dgm:cxn modelId="{811F15DF-1BB1-4EEB-943E-D667E5A07324}" type="presOf" srcId="{87280174-F542-4142-A128-17A3F1DCEC86}" destId="{21FCC14E-FC0A-4981-B791-66196DF643B5}" srcOrd="0" destOrd="0" presId="urn:microsoft.com/office/officeart/2005/8/layout/hierarchy6"/>
    <dgm:cxn modelId="{E28469E7-3613-4104-885B-A71F3AB43CF0}" type="presOf" srcId="{629D968E-09DE-47B7-AC4A-1181486E0B5B}" destId="{13C8685C-46C8-436A-902D-06F4303A28B3}" srcOrd="0" destOrd="0" presId="urn:microsoft.com/office/officeart/2005/8/layout/hierarchy6"/>
    <dgm:cxn modelId="{A4B484C2-D5CE-48F2-9E63-8F1A8C4F7721}" type="presOf" srcId="{CA0640E5-0F11-4F90-94ED-9B59F88DC7F8}" destId="{7748EFDF-CEB7-4B5E-B50B-21845F4AE9EE}" srcOrd="0" destOrd="0" presId="urn:microsoft.com/office/officeart/2005/8/layout/hierarchy6"/>
    <dgm:cxn modelId="{113EE3FF-E08C-421F-9DC2-5CCD337EDFE4}" type="presOf" srcId="{F6A13120-0107-4EAD-B709-02B8ABC558A8}" destId="{B285487A-E5D2-49D4-8413-6F35251583C8}" srcOrd="0" destOrd="0" presId="urn:microsoft.com/office/officeart/2005/8/layout/hierarchy6"/>
    <dgm:cxn modelId="{0BF0B09B-C838-4FCC-890A-71502346F883}" type="presOf" srcId="{400B416F-CA74-43CC-9883-AC0EB66DDEBB}" destId="{A9105873-4B18-46A8-9835-97521145D060}" srcOrd="0" destOrd="0" presId="urn:microsoft.com/office/officeart/2005/8/layout/hierarchy6"/>
    <dgm:cxn modelId="{24A00654-2392-48B8-B1E5-FE2E10362B7C}" srcId="{D45CAB95-B250-4696-9A8A-B1F8553CF36F}" destId="{E41022CE-AB6A-425B-B7AF-D217CEAF3BFA}" srcOrd="1" destOrd="0" parTransId="{629D968E-09DE-47B7-AC4A-1181486E0B5B}" sibTransId="{7EB11BAA-6534-4BFA-954C-B1F87BCA60FE}"/>
    <dgm:cxn modelId="{BE900D3C-C7E0-4914-B0FE-F4D619F3D74E}" srcId="{E41022CE-AB6A-425B-B7AF-D217CEAF3BFA}" destId="{096EF10D-81ED-4F97-96DD-FE09F7AD04AE}" srcOrd="1" destOrd="0" parTransId="{07D5F32A-2DE8-4926-B1A3-8706ACADF8F3}" sibTransId="{D61A08EE-9A7E-41FC-B47F-C6B6D917B605}"/>
    <dgm:cxn modelId="{34B71301-91D6-4E31-A18D-BD46F23B1998}" type="presOf" srcId="{B5C9EE4A-4D1B-4C6C-A84B-6B61E522B5E9}" destId="{96ADE45E-D6CD-4FB2-9E9C-F51B079C09F2}" srcOrd="0" destOrd="0" presId="urn:microsoft.com/office/officeart/2005/8/layout/hierarchy6"/>
    <dgm:cxn modelId="{52EDC906-6AC5-4AEE-8B1F-0B4B1F7D2E43}" srcId="{400B416F-CA74-43CC-9883-AC0EB66DDEBB}" destId="{87280174-F542-4142-A128-17A3F1DCEC86}" srcOrd="1" destOrd="0" parTransId="{A9EC9811-A7E3-412A-AC07-187060FCF337}" sibTransId="{F9CE703B-4C04-4666-81CB-8E8FC4B2D614}"/>
    <dgm:cxn modelId="{C7DF6356-5452-4A22-AE6D-104235671086}" type="presOf" srcId="{E41022CE-AB6A-425B-B7AF-D217CEAF3BFA}" destId="{814CA3D5-530A-4EB5-B0D3-5A55593183B9}" srcOrd="0" destOrd="0" presId="urn:microsoft.com/office/officeart/2005/8/layout/hierarchy6"/>
    <dgm:cxn modelId="{4293B8DF-98B5-4B91-8FCC-756DD70C788C}" type="presOf" srcId="{DFAF5869-69A3-4809-B699-FDF41A671814}" destId="{66A6E63A-8AF2-4EB0-8B18-F739240FA173}" srcOrd="0" destOrd="0" presId="urn:microsoft.com/office/officeart/2005/8/layout/hierarchy6"/>
    <dgm:cxn modelId="{059344BC-B7D7-486F-8B47-7038A61D99ED}" type="presOf" srcId="{414BE5E0-54AA-4325-AD7E-690EAD9B1613}" destId="{41B6A0A3-E213-4D31-A3F4-D0D546A61982}" srcOrd="0" destOrd="0" presId="urn:microsoft.com/office/officeart/2005/8/layout/hierarchy6"/>
    <dgm:cxn modelId="{C872A4CF-9B93-492C-BC31-CE093DC8B9BD}" srcId="{E4A462E5-05C8-455E-9671-EE63EC710D2D}" destId="{CA0640E5-0F11-4F90-94ED-9B59F88DC7F8}" srcOrd="0" destOrd="0" parTransId="{B5C9EE4A-4D1B-4C6C-A84B-6B61E522B5E9}" sibTransId="{36D7CD2D-1066-4CDF-A03E-A72F92CF3D28}"/>
    <dgm:cxn modelId="{51F8B7F7-4A32-437E-BDAA-CD73CB67BA4E}" type="presOf" srcId="{096EF10D-81ED-4F97-96DD-FE09F7AD04AE}" destId="{25D05000-90D5-45D5-8AE3-723731E6E0EC}" srcOrd="0" destOrd="0" presId="urn:microsoft.com/office/officeart/2005/8/layout/hierarchy6"/>
    <dgm:cxn modelId="{A1A959B7-F4B7-473D-B9C5-CB40C51EEB14}" srcId="{400B416F-CA74-43CC-9883-AC0EB66DDEBB}" destId="{D45CAB95-B250-4696-9A8A-B1F8553CF36F}" srcOrd="0" destOrd="0" parTransId="{9A8424AE-5613-4CE6-AEE7-514F4D7D44F0}" sibTransId="{B1B85705-B324-4374-9544-198F5E3A741F}"/>
    <dgm:cxn modelId="{4583962B-2B29-4ED9-89B2-E7E8A741D761}" type="presParOf" srcId="{2529044B-B0FC-46B6-AA0E-EB03861743C9}" destId="{21EDDB8D-80BE-408D-ABB3-6A3EF2C83D4F}" srcOrd="0" destOrd="0" presId="urn:microsoft.com/office/officeart/2005/8/layout/hierarchy6"/>
    <dgm:cxn modelId="{181A77D3-F0F7-4555-8F36-DFD318E895E3}" type="presParOf" srcId="{21EDDB8D-80BE-408D-ABB3-6A3EF2C83D4F}" destId="{368EB65E-D721-4AF4-815F-FD7AFF2A6FD9}" srcOrd="0" destOrd="0" presId="urn:microsoft.com/office/officeart/2005/8/layout/hierarchy6"/>
    <dgm:cxn modelId="{3B734015-C2F5-4682-940D-9C762FDBF0F7}" type="presParOf" srcId="{368EB65E-D721-4AF4-815F-FD7AFF2A6FD9}" destId="{BD126BDE-9925-47BA-B4B5-BDFBAECCF33B}" srcOrd="0" destOrd="0" presId="urn:microsoft.com/office/officeart/2005/8/layout/hierarchy6"/>
    <dgm:cxn modelId="{219D0CFC-5879-442E-9326-6074E2F00520}" type="presParOf" srcId="{BD126BDE-9925-47BA-B4B5-BDFBAECCF33B}" destId="{A9105873-4B18-46A8-9835-97521145D060}" srcOrd="0" destOrd="0" presId="urn:microsoft.com/office/officeart/2005/8/layout/hierarchy6"/>
    <dgm:cxn modelId="{2A9687A2-A193-4097-8275-A73008B28093}" type="presParOf" srcId="{BD126BDE-9925-47BA-B4B5-BDFBAECCF33B}" destId="{BB364C59-3B5F-4909-9C37-0397A4BB5612}" srcOrd="1" destOrd="0" presId="urn:microsoft.com/office/officeart/2005/8/layout/hierarchy6"/>
    <dgm:cxn modelId="{DFEF7B1A-FA52-49C8-955D-E2F51D8F43BC}" type="presParOf" srcId="{BB364C59-3B5F-4909-9C37-0397A4BB5612}" destId="{B9A5FBCC-E5EF-4E05-8557-082A864136DF}" srcOrd="0" destOrd="0" presId="urn:microsoft.com/office/officeart/2005/8/layout/hierarchy6"/>
    <dgm:cxn modelId="{6AFCFEB1-1CE7-42EB-82FC-66FD641CEDC0}" type="presParOf" srcId="{BB364C59-3B5F-4909-9C37-0397A4BB5612}" destId="{533ACAA9-6FCE-460B-8075-665FAC727612}" srcOrd="1" destOrd="0" presId="urn:microsoft.com/office/officeart/2005/8/layout/hierarchy6"/>
    <dgm:cxn modelId="{D300DA76-E374-4B37-BB2E-56D1D9EF4AE8}" type="presParOf" srcId="{533ACAA9-6FCE-460B-8075-665FAC727612}" destId="{95E1162C-B602-4BFF-83C2-FEEFA200D223}" srcOrd="0" destOrd="0" presId="urn:microsoft.com/office/officeart/2005/8/layout/hierarchy6"/>
    <dgm:cxn modelId="{CCA7D187-9A60-46BB-B951-4D7DEB727321}" type="presParOf" srcId="{533ACAA9-6FCE-460B-8075-665FAC727612}" destId="{44D82D0F-C9FE-4A95-9446-A9F37CD7C69C}" srcOrd="1" destOrd="0" presId="urn:microsoft.com/office/officeart/2005/8/layout/hierarchy6"/>
    <dgm:cxn modelId="{CD398A3B-ECD9-4DD9-A62B-F6B8BD4170A0}" type="presParOf" srcId="{44D82D0F-C9FE-4A95-9446-A9F37CD7C69C}" destId="{8491146C-BC27-4063-8ED0-FAEDF19CB50B}" srcOrd="0" destOrd="0" presId="urn:microsoft.com/office/officeart/2005/8/layout/hierarchy6"/>
    <dgm:cxn modelId="{0D98402A-830D-4816-8A65-C7842815BA26}" type="presParOf" srcId="{44D82D0F-C9FE-4A95-9446-A9F37CD7C69C}" destId="{DA839A12-72C8-4A1E-9976-2363A5368E69}" srcOrd="1" destOrd="0" presId="urn:microsoft.com/office/officeart/2005/8/layout/hierarchy6"/>
    <dgm:cxn modelId="{490C1C31-F838-4497-AE8A-185B7E199CBB}" type="presParOf" srcId="{DA839A12-72C8-4A1E-9976-2363A5368E69}" destId="{C0FFB22D-7521-4D94-B9DE-18347C259BD8}" srcOrd="0" destOrd="0" presId="urn:microsoft.com/office/officeart/2005/8/layout/hierarchy6"/>
    <dgm:cxn modelId="{37B18694-176A-4741-B3C5-E25E0D9F679C}" type="presParOf" srcId="{DA839A12-72C8-4A1E-9976-2363A5368E69}" destId="{38DEC3FB-FDEF-4DE7-9F69-D7EBAF0F4E76}" srcOrd="1" destOrd="0" presId="urn:microsoft.com/office/officeart/2005/8/layout/hierarchy6"/>
    <dgm:cxn modelId="{CA31CA4A-D55A-41C9-9B18-FD0588E68052}" type="presParOf" srcId="{44D82D0F-C9FE-4A95-9446-A9F37CD7C69C}" destId="{13C8685C-46C8-436A-902D-06F4303A28B3}" srcOrd="2" destOrd="0" presId="urn:microsoft.com/office/officeart/2005/8/layout/hierarchy6"/>
    <dgm:cxn modelId="{19E84ECC-9486-4544-A60A-A503734CE11D}" type="presParOf" srcId="{44D82D0F-C9FE-4A95-9446-A9F37CD7C69C}" destId="{3AA3D6CC-8C8F-4705-8F78-3E76EFEA7442}" srcOrd="3" destOrd="0" presId="urn:microsoft.com/office/officeart/2005/8/layout/hierarchy6"/>
    <dgm:cxn modelId="{1610CC67-2153-448A-A597-57CA4776E11B}" type="presParOf" srcId="{3AA3D6CC-8C8F-4705-8F78-3E76EFEA7442}" destId="{814CA3D5-530A-4EB5-B0D3-5A55593183B9}" srcOrd="0" destOrd="0" presId="urn:microsoft.com/office/officeart/2005/8/layout/hierarchy6"/>
    <dgm:cxn modelId="{D9DFB3BD-9DA5-43EC-B036-E669D22D138C}" type="presParOf" srcId="{3AA3D6CC-8C8F-4705-8F78-3E76EFEA7442}" destId="{D462259E-B59D-4E3B-9E75-A3D46A148224}" srcOrd="1" destOrd="0" presId="urn:microsoft.com/office/officeart/2005/8/layout/hierarchy6"/>
    <dgm:cxn modelId="{CEA5545A-E44E-42CB-A8BA-AFA17B2072DB}" type="presParOf" srcId="{D462259E-B59D-4E3B-9E75-A3D46A148224}" destId="{B1E69903-E43F-434C-A125-205FFE5342F8}" srcOrd="0" destOrd="0" presId="urn:microsoft.com/office/officeart/2005/8/layout/hierarchy6"/>
    <dgm:cxn modelId="{DDA08C46-9991-4379-88F7-CB113F4E702D}" type="presParOf" srcId="{D462259E-B59D-4E3B-9E75-A3D46A148224}" destId="{EE4E8B5C-5205-4E3F-9897-606F8C62BB79}" srcOrd="1" destOrd="0" presId="urn:microsoft.com/office/officeart/2005/8/layout/hierarchy6"/>
    <dgm:cxn modelId="{1A878533-FEFA-4AC7-BD66-C5CD337198D2}" type="presParOf" srcId="{EE4E8B5C-5205-4E3F-9897-606F8C62BB79}" destId="{734EAF97-D4B3-4E94-84BA-ED0155A1F16C}" srcOrd="0" destOrd="0" presId="urn:microsoft.com/office/officeart/2005/8/layout/hierarchy6"/>
    <dgm:cxn modelId="{55B7B602-F2E8-4BB1-A26F-55B2E6968510}" type="presParOf" srcId="{EE4E8B5C-5205-4E3F-9897-606F8C62BB79}" destId="{F78B7146-A959-4567-8521-707BBD198079}" srcOrd="1" destOrd="0" presId="urn:microsoft.com/office/officeart/2005/8/layout/hierarchy6"/>
    <dgm:cxn modelId="{8BBBD1AE-B6FC-47F0-ACD5-3803D5095410}" type="presParOf" srcId="{D462259E-B59D-4E3B-9E75-A3D46A148224}" destId="{95874D2A-7F7B-4D25-A086-E0102F6458E7}" srcOrd="2" destOrd="0" presId="urn:microsoft.com/office/officeart/2005/8/layout/hierarchy6"/>
    <dgm:cxn modelId="{68077DDF-FEDB-4AB5-A8CB-67BC97F6613B}" type="presParOf" srcId="{D462259E-B59D-4E3B-9E75-A3D46A148224}" destId="{148D6E16-619A-4862-9791-B1C8D7AB1867}" srcOrd="3" destOrd="0" presId="urn:microsoft.com/office/officeart/2005/8/layout/hierarchy6"/>
    <dgm:cxn modelId="{FA5FCD00-289B-4464-AA54-61406FC88198}" type="presParOf" srcId="{148D6E16-619A-4862-9791-B1C8D7AB1867}" destId="{25D05000-90D5-45D5-8AE3-723731E6E0EC}" srcOrd="0" destOrd="0" presId="urn:microsoft.com/office/officeart/2005/8/layout/hierarchy6"/>
    <dgm:cxn modelId="{0C3C218A-264E-41B0-9943-1352AEBE1985}" type="presParOf" srcId="{148D6E16-619A-4862-9791-B1C8D7AB1867}" destId="{B07A73BC-51D0-4CF6-986B-6D0982115E1F}" srcOrd="1" destOrd="0" presId="urn:microsoft.com/office/officeart/2005/8/layout/hierarchy6"/>
    <dgm:cxn modelId="{C5DC0CA5-B680-43BA-8E96-37A13EEC075D}" type="presParOf" srcId="{BB364C59-3B5F-4909-9C37-0397A4BB5612}" destId="{8ABD71E0-2449-43AE-A489-BF814A59D444}" srcOrd="2" destOrd="0" presId="urn:microsoft.com/office/officeart/2005/8/layout/hierarchy6"/>
    <dgm:cxn modelId="{D5C78BCC-1162-49A9-8755-323205991316}" type="presParOf" srcId="{BB364C59-3B5F-4909-9C37-0397A4BB5612}" destId="{77DE117D-5FA5-475E-8E7F-5D010EEA42B8}" srcOrd="3" destOrd="0" presId="urn:microsoft.com/office/officeart/2005/8/layout/hierarchy6"/>
    <dgm:cxn modelId="{F0556F71-2C5B-4954-8E30-D21F31CB9909}" type="presParOf" srcId="{77DE117D-5FA5-475E-8E7F-5D010EEA42B8}" destId="{21FCC14E-FC0A-4981-B791-66196DF643B5}" srcOrd="0" destOrd="0" presId="urn:microsoft.com/office/officeart/2005/8/layout/hierarchy6"/>
    <dgm:cxn modelId="{8503683A-0830-45E4-B73D-97157FCEA084}" type="presParOf" srcId="{77DE117D-5FA5-475E-8E7F-5D010EEA42B8}" destId="{51BA63A0-7B3B-4D58-B853-C816C31196CD}" srcOrd="1" destOrd="0" presId="urn:microsoft.com/office/officeart/2005/8/layout/hierarchy6"/>
    <dgm:cxn modelId="{19C3EAD5-BD6C-4E7F-88F4-33495B103F47}" type="presParOf" srcId="{51BA63A0-7B3B-4D58-B853-C816C31196CD}" destId="{41B6A0A3-E213-4D31-A3F4-D0D546A61982}" srcOrd="0" destOrd="0" presId="urn:microsoft.com/office/officeart/2005/8/layout/hierarchy6"/>
    <dgm:cxn modelId="{714D9377-9D24-41A8-B11F-BB8E6354E95B}" type="presParOf" srcId="{51BA63A0-7B3B-4D58-B853-C816C31196CD}" destId="{B25C9F65-B1B7-4519-B21C-B0518C77789D}" srcOrd="1" destOrd="0" presId="urn:microsoft.com/office/officeart/2005/8/layout/hierarchy6"/>
    <dgm:cxn modelId="{4D5781A7-9EA7-43F1-A194-0791725D76F0}" type="presParOf" srcId="{B25C9F65-B1B7-4519-B21C-B0518C77789D}" destId="{17506270-EB63-47E6-9AB5-4518A1F2D610}" srcOrd="0" destOrd="0" presId="urn:microsoft.com/office/officeart/2005/8/layout/hierarchy6"/>
    <dgm:cxn modelId="{592DF11D-9C9E-4091-B3E8-9F9E97E685FC}" type="presParOf" srcId="{B25C9F65-B1B7-4519-B21C-B0518C77789D}" destId="{D838266F-03E8-4137-9D5D-0A08EE7AC5D1}" srcOrd="1" destOrd="0" presId="urn:microsoft.com/office/officeart/2005/8/layout/hierarchy6"/>
    <dgm:cxn modelId="{906DC86B-1B89-4C20-AF7B-2294EC9B3E60}" type="presParOf" srcId="{51BA63A0-7B3B-4D58-B853-C816C31196CD}" destId="{5620A259-55F6-443F-9182-CE96C9570F6A}" srcOrd="2" destOrd="0" presId="urn:microsoft.com/office/officeart/2005/8/layout/hierarchy6"/>
    <dgm:cxn modelId="{004A5404-FB4F-489C-BF1A-329547523356}" type="presParOf" srcId="{51BA63A0-7B3B-4D58-B853-C816C31196CD}" destId="{0EC863E0-314F-4C7D-B9DF-1C0B31DA8329}" srcOrd="3" destOrd="0" presId="urn:microsoft.com/office/officeart/2005/8/layout/hierarchy6"/>
    <dgm:cxn modelId="{F0FB8549-8958-452E-9981-E9106814942F}" type="presParOf" srcId="{0EC863E0-314F-4C7D-B9DF-1C0B31DA8329}" destId="{F466F893-635C-41F4-A711-EBA60197DA1C}" srcOrd="0" destOrd="0" presId="urn:microsoft.com/office/officeart/2005/8/layout/hierarchy6"/>
    <dgm:cxn modelId="{E8C95B53-E939-4378-AE0C-42D42ED05CA1}" type="presParOf" srcId="{0EC863E0-314F-4C7D-B9DF-1C0B31DA8329}" destId="{95098B4D-4DB2-4E33-AFE2-1BA0BDA1BCB7}" srcOrd="1" destOrd="0" presId="urn:microsoft.com/office/officeart/2005/8/layout/hierarchy6"/>
    <dgm:cxn modelId="{00055A50-DFBE-427F-BDD8-7427D6028E88}" type="presParOf" srcId="{95098B4D-4DB2-4E33-AFE2-1BA0BDA1BCB7}" destId="{96ADE45E-D6CD-4FB2-9E9C-F51B079C09F2}" srcOrd="0" destOrd="0" presId="urn:microsoft.com/office/officeart/2005/8/layout/hierarchy6"/>
    <dgm:cxn modelId="{929A4CAD-5FFB-4B08-90ED-C15936AF6D79}" type="presParOf" srcId="{95098B4D-4DB2-4E33-AFE2-1BA0BDA1BCB7}" destId="{4DFAE2C3-2606-4A2E-9C81-79C628EDB679}" srcOrd="1" destOrd="0" presId="urn:microsoft.com/office/officeart/2005/8/layout/hierarchy6"/>
    <dgm:cxn modelId="{B02A6F91-8E32-4578-B01C-DFFF4939D6BB}" type="presParOf" srcId="{4DFAE2C3-2606-4A2E-9C81-79C628EDB679}" destId="{7748EFDF-CEB7-4B5E-B50B-21845F4AE9EE}" srcOrd="0" destOrd="0" presId="urn:microsoft.com/office/officeart/2005/8/layout/hierarchy6"/>
    <dgm:cxn modelId="{EF72DC68-CA6E-4FFA-811E-72B5DA15BAA3}" type="presParOf" srcId="{4DFAE2C3-2606-4A2E-9C81-79C628EDB679}" destId="{D89A85C1-9093-4E33-8D30-F426495DF1B4}" srcOrd="1" destOrd="0" presId="urn:microsoft.com/office/officeart/2005/8/layout/hierarchy6"/>
    <dgm:cxn modelId="{8F9A3F7E-0EF9-46AE-BB38-826FA051110C}" type="presParOf" srcId="{95098B4D-4DB2-4E33-AFE2-1BA0BDA1BCB7}" destId="{66A6E63A-8AF2-4EB0-8B18-F739240FA173}" srcOrd="2" destOrd="0" presId="urn:microsoft.com/office/officeart/2005/8/layout/hierarchy6"/>
    <dgm:cxn modelId="{A8D10AC3-9DD2-4A96-8754-8FEB2C5E97E5}" type="presParOf" srcId="{95098B4D-4DB2-4E33-AFE2-1BA0BDA1BCB7}" destId="{EE71AE0A-8C8A-4F1A-9B61-C5683BCC4274}" srcOrd="3" destOrd="0" presId="urn:microsoft.com/office/officeart/2005/8/layout/hierarchy6"/>
    <dgm:cxn modelId="{7B6A0A98-1F80-4C9D-B1C9-6FCE6FCC4A11}" type="presParOf" srcId="{EE71AE0A-8C8A-4F1A-9B61-C5683BCC4274}" destId="{B285487A-E5D2-49D4-8413-6F35251583C8}" srcOrd="0" destOrd="0" presId="urn:microsoft.com/office/officeart/2005/8/layout/hierarchy6"/>
    <dgm:cxn modelId="{6D9FBEB6-D216-4EF9-96DF-D55DCA72D03C}" type="presParOf" srcId="{EE71AE0A-8C8A-4F1A-9B61-C5683BCC4274}" destId="{74B0F977-B90F-4413-9BF3-8898C6D79651}" srcOrd="1" destOrd="0" presId="urn:microsoft.com/office/officeart/2005/8/layout/hierarchy6"/>
    <dgm:cxn modelId="{95AD7C3D-BC12-4810-94C8-23485EDEA5C1}" type="presParOf" srcId="{2529044B-B0FC-46B6-AA0E-EB03861743C9}" destId="{E627AD18-F968-498C-BB1F-0D65E22F703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80D075-E1C9-4E64-A737-3B1424748E8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1E79F03-C460-4254-B055-740C80A1FAF6}">
      <dgm:prSet phldrT="[Text]"/>
      <dgm:spPr/>
      <dgm:t>
        <a:bodyPr/>
        <a:lstStyle/>
        <a:p>
          <a:r>
            <a:rPr lang="en-GB" dirty="0" smtClean="0"/>
            <a:t>Project</a:t>
          </a:r>
          <a:endParaRPr lang="en-IN" dirty="0"/>
        </a:p>
      </dgm:t>
    </dgm:pt>
    <dgm:pt modelId="{AF6E8B77-D228-48D2-8097-B55958B27911}" type="parTrans" cxnId="{B180313D-FBB7-4187-8A4D-BFAB99C433D3}">
      <dgm:prSet/>
      <dgm:spPr/>
      <dgm:t>
        <a:bodyPr/>
        <a:lstStyle/>
        <a:p>
          <a:endParaRPr lang="en-IN"/>
        </a:p>
      </dgm:t>
    </dgm:pt>
    <dgm:pt modelId="{7F025DE8-D24D-4496-BB96-BED9C649B68D}" type="sibTrans" cxnId="{B180313D-FBB7-4187-8A4D-BFAB99C433D3}">
      <dgm:prSet/>
      <dgm:spPr/>
      <dgm:t>
        <a:bodyPr/>
        <a:lstStyle/>
        <a:p>
          <a:endParaRPr lang="en-IN"/>
        </a:p>
      </dgm:t>
    </dgm:pt>
    <dgm:pt modelId="{01BAFD68-7522-48FC-91B6-D09FDDF24DE5}">
      <dgm:prSet phldrT="[Text]"/>
      <dgm:spPr/>
      <dgm:t>
        <a:bodyPr/>
        <a:lstStyle/>
        <a:p>
          <a:r>
            <a:rPr lang="en-GB" dirty="0" smtClean="0"/>
            <a:t>Task (team assigned)</a:t>
          </a:r>
          <a:endParaRPr lang="en-IN" dirty="0"/>
        </a:p>
      </dgm:t>
    </dgm:pt>
    <dgm:pt modelId="{AB801D4F-0AB2-4EE9-A389-FFCD6F0DB050}" type="parTrans" cxnId="{B090CBC6-CC6B-4C44-8170-2C609F53E8BA}">
      <dgm:prSet/>
      <dgm:spPr/>
      <dgm:t>
        <a:bodyPr/>
        <a:lstStyle/>
        <a:p>
          <a:endParaRPr lang="en-IN"/>
        </a:p>
      </dgm:t>
    </dgm:pt>
    <dgm:pt modelId="{EF6B7171-1BDC-43EF-8AFD-5ACD30EE958D}" type="sibTrans" cxnId="{B090CBC6-CC6B-4C44-8170-2C609F53E8BA}">
      <dgm:prSet/>
      <dgm:spPr/>
      <dgm:t>
        <a:bodyPr/>
        <a:lstStyle/>
        <a:p>
          <a:endParaRPr lang="en-IN"/>
        </a:p>
      </dgm:t>
    </dgm:pt>
    <dgm:pt modelId="{AE2C131B-B29E-483E-BDE0-A33A39DCC757}">
      <dgm:prSet phldrT="[Text]"/>
      <dgm:spPr/>
      <dgm:t>
        <a:bodyPr/>
        <a:lstStyle/>
        <a:p>
          <a:r>
            <a:rPr lang="en-GB" dirty="0" smtClean="0"/>
            <a:t>Task (team assigned)</a:t>
          </a:r>
          <a:endParaRPr lang="en-IN" dirty="0"/>
        </a:p>
      </dgm:t>
    </dgm:pt>
    <dgm:pt modelId="{A067A5C0-FCF4-43B6-876A-83733C816FC6}" type="parTrans" cxnId="{9C8D2F6E-5C3E-477B-8890-620381C0DC87}">
      <dgm:prSet/>
      <dgm:spPr/>
      <dgm:t>
        <a:bodyPr/>
        <a:lstStyle/>
        <a:p>
          <a:endParaRPr lang="en-IN"/>
        </a:p>
      </dgm:t>
    </dgm:pt>
    <dgm:pt modelId="{81324F7B-D38F-44B6-AB35-7A185B343D6C}" type="sibTrans" cxnId="{9C8D2F6E-5C3E-477B-8890-620381C0DC87}">
      <dgm:prSet/>
      <dgm:spPr/>
      <dgm:t>
        <a:bodyPr/>
        <a:lstStyle/>
        <a:p>
          <a:endParaRPr lang="en-IN"/>
        </a:p>
      </dgm:t>
    </dgm:pt>
    <dgm:pt modelId="{B393BAF1-D283-40EC-BEB9-6D2EE56E27BB}">
      <dgm:prSet phldrT="[Text]"/>
      <dgm:spPr/>
      <dgm:t>
        <a:bodyPr/>
        <a:lstStyle/>
        <a:p>
          <a:r>
            <a:rPr lang="en-GB" dirty="0" smtClean="0"/>
            <a:t>Task (team assigned)</a:t>
          </a:r>
          <a:endParaRPr lang="en-IN" dirty="0"/>
        </a:p>
      </dgm:t>
    </dgm:pt>
    <dgm:pt modelId="{C40B68D5-7955-42A4-995D-E3E37771D8AC}" type="parTrans" cxnId="{CA4978B7-E277-4B86-BA33-CF0F01802677}">
      <dgm:prSet/>
      <dgm:spPr/>
      <dgm:t>
        <a:bodyPr/>
        <a:lstStyle/>
        <a:p>
          <a:endParaRPr lang="en-IN"/>
        </a:p>
      </dgm:t>
    </dgm:pt>
    <dgm:pt modelId="{22ECAF58-7660-479C-976F-19702663410B}" type="sibTrans" cxnId="{CA4978B7-E277-4B86-BA33-CF0F01802677}">
      <dgm:prSet/>
      <dgm:spPr/>
      <dgm:t>
        <a:bodyPr/>
        <a:lstStyle/>
        <a:p>
          <a:endParaRPr lang="en-IN"/>
        </a:p>
      </dgm:t>
    </dgm:pt>
    <dgm:pt modelId="{CF0CE8EF-32ED-4BC6-8B0C-C0A6B32E22CE}">
      <dgm:prSet phldrT="[Text]"/>
      <dgm:spPr/>
      <dgm:t>
        <a:bodyPr/>
        <a:lstStyle/>
        <a:p>
          <a:r>
            <a:rPr lang="en-GB" dirty="0" smtClean="0"/>
            <a:t>Project Owner</a:t>
          </a:r>
          <a:endParaRPr lang="en-IN" dirty="0"/>
        </a:p>
      </dgm:t>
    </dgm:pt>
    <dgm:pt modelId="{6842C606-D9AE-4476-BE88-239463ACBAB4}" type="parTrans" cxnId="{C52FD275-E2D3-40C1-9038-6B3F7FF45FE4}">
      <dgm:prSet/>
      <dgm:spPr/>
      <dgm:t>
        <a:bodyPr/>
        <a:lstStyle/>
        <a:p>
          <a:endParaRPr lang="en-IN"/>
        </a:p>
      </dgm:t>
    </dgm:pt>
    <dgm:pt modelId="{EF5FDD75-32CC-4CAF-9FDE-3B299F15F2D9}" type="sibTrans" cxnId="{C52FD275-E2D3-40C1-9038-6B3F7FF45FE4}">
      <dgm:prSet/>
      <dgm:spPr/>
      <dgm:t>
        <a:bodyPr/>
        <a:lstStyle/>
        <a:p>
          <a:endParaRPr lang="en-IN"/>
        </a:p>
      </dgm:t>
    </dgm:pt>
    <dgm:pt modelId="{8E0B3D18-E931-4212-95A0-4DC8FAB33841}">
      <dgm:prSet phldrT="[Text]"/>
      <dgm:spPr/>
      <dgm:t>
        <a:bodyPr/>
        <a:lstStyle/>
        <a:p>
          <a:r>
            <a:rPr lang="en-GB" dirty="0" smtClean="0"/>
            <a:t>Subtask (Employee Assigned)</a:t>
          </a:r>
          <a:endParaRPr lang="en-IN" dirty="0"/>
        </a:p>
      </dgm:t>
    </dgm:pt>
    <dgm:pt modelId="{464428AC-276E-4095-819B-2A72B80A4369}" type="parTrans" cxnId="{21F1A0F2-6BDD-4985-AC40-5BE658517959}">
      <dgm:prSet/>
      <dgm:spPr/>
      <dgm:t>
        <a:bodyPr/>
        <a:lstStyle/>
        <a:p>
          <a:endParaRPr lang="en-IN"/>
        </a:p>
      </dgm:t>
    </dgm:pt>
    <dgm:pt modelId="{7378AEA9-2A73-44C2-8540-E1B451B7F38E}" type="sibTrans" cxnId="{21F1A0F2-6BDD-4985-AC40-5BE658517959}">
      <dgm:prSet/>
      <dgm:spPr/>
      <dgm:t>
        <a:bodyPr/>
        <a:lstStyle/>
        <a:p>
          <a:endParaRPr lang="en-IN"/>
        </a:p>
      </dgm:t>
    </dgm:pt>
    <dgm:pt modelId="{3DB8F87B-3921-4527-BEE7-AC1623D7D84E}">
      <dgm:prSet phldrT="[Text]"/>
      <dgm:spPr/>
      <dgm:t>
        <a:bodyPr/>
        <a:lstStyle/>
        <a:p>
          <a:r>
            <a:rPr lang="en-GB" dirty="0" smtClean="0"/>
            <a:t>Subtask (Employee Assigned)</a:t>
          </a:r>
          <a:endParaRPr lang="en-IN" dirty="0"/>
        </a:p>
      </dgm:t>
    </dgm:pt>
    <dgm:pt modelId="{BF57CA88-9732-40C7-90FC-5152BE77A646}" type="parTrans" cxnId="{1EFDB1C9-12CD-4DA6-9E44-7E35F36E2700}">
      <dgm:prSet/>
      <dgm:spPr/>
      <dgm:t>
        <a:bodyPr/>
        <a:lstStyle/>
        <a:p>
          <a:endParaRPr lang="en-IN"/>
        </a:p>
      </dgm:t>
    </dgm:pt>
    <dgm:pt modelId="{0C02E984-04BE-4E57-B67A-A7505C2EA02B}" type="sibTrans" cxnId="{1EFDB1C9-12CD-4DA6-9E44-7E35F36E2700}">
      <dgm:prSet/>
      <dgm:spPr/>
      <dgm:t>
        <a:bodyPr/>
        <a:lstStyle/>
        <a:p>
          <a:endParaRPr lang="en-IN"/>
        </a:p>
      </dgm:t>
    </dgm:pt>
    <dgm:pt modelId="{880E2C21-BD46-4BF8-B7D0-0943F2E211FA}">
      <dgm:prSet phldrT="[Text]"/>
      <dgm:spPr/>
      <dgm:t>
        <a:bodyPr/>
        <a:lstStyle/>
        <a:p>
          <a:r>
            <a:rPr lang="en-GB" smtClean="0"/>
            <a:t>Subtask (Employee Assigned)</a:t>
          </a:r>
          <a:endParaRPr lang="en-IN" dirty="0"/>
        </a:p>
      </dgm:t>
    </dgm:pt>
    <dgm:pt modelId="{F7ABF802-6394-406B-95C2-2972EF2B5D67}" type="parTrans" cxnId="{E3A31EBB-F32D-47D6-80F0-0B5D55074622}">
      <dgm:prSet/>
      <dgm:spPr/>
      <dgm:t>
        <a:bodyPr/>
        <a:lstStyle/>
        <a:p>
          <a:endParaRPr lang="en-IN"/>
        </a:p>
      </dgm:t>
    </dgm:pt>
    <dgm:pt modelId="{36B24C9D-05AB-46E4-823F-44B880B31FBE}" type="sibTrans" cxnId="{E3A31EBB-F32D-47D6-80F0-0B5D55074622}">
      <dgm:prSet/>
      <dgm:spPr/>
      <dgm:t>
        <a:bodyPr/>
        <a:lstStyle/>
        <a:p>
          <a:endParaRPr lang="en-IN"/>
        </a:p>
      </dgm:t>
    </dgm:pt>
    <dgm:pt modelId="{CFFA6E85-CBE1-41F7-BC5A-A91E597C64C8}" type="pres">
      <dgm:prSet presAssocID="{6C80D075-E1C9-4E64-A737-3B1424748E8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CCD2773-91AB-4260-9FFF-4610B8CC0E3F}" type="pres">
      <dgm:prSet presAssocID="{D1E79F03-C460-4254-B055-740C80A1FAF6}" presName="hierRoot1" presStyleCnt="0">
        <dgm:presLayoutVars>
          <dgm:hierBranch val="init"/>
        </dgm:presLayoutVars>
      </dgm:prSet>
      <dgm:spPr/>
    </dgm:pt>
    <dgm:pt modelId="{EDF39723-1811-4E71-9A6C-0C92C0D2BADB}" type="pres">
      <dgm:prSet presAssocID="{D1E79F03-C460-4254-B055-740C80A1FAF6}" presName="rootComposite1" presStyleCnt="0"/>
      <dgm:spPr/>
    </dgm:pt>
    <dgm:pt modelId="{0B175575-5E52-4321-883B-570C9EF690EA}" type="pres">
      <dgm:prSet presAssocID="{D1E79F03-C460-4254-B055-740C80A1FAF6}" presName="rootText1" presStyleLbl="node0" presStyleIdx="0" presStyleCnt="1">
        <dgm:presLayoutVars>
          <dgm:chPref val="3"/>
        </dgm:presLayoutVars>
      </dgm:prSet>
      <dgm:spPr/>
    </dgm:pt>
    <dgm:pt modelId="{BD0C2C75-15C0-4BD5-A811-28031D5210C2}" type="pres">
      <dgm:prSet presAssocID="{D1E79F03-C460-4254-B055-740C80A1FAF6}" presName="rootConnector1" presStyleLbl="node1" presStyleIdx="0" presStyleCnt="0"/>
      <dgm:spPr/>
    </dgm:pt>
    <dgm:pt modelId="{43D2C6F0-DC35-475B-967B-C322A031C550}" type="pres">
      <dgm:prSet presAssocID="{D1E79F03-C460-4254-B055-740C80A1FAF6}" presName="hierChild2" presStyleCnt="0"/>
      <dgm:spPr/>
    </dgm:pt>
    <dgm:pt modelId="{29EF5662-6DC3-4191-965B-7AAD4F1624B2}" type="pres">
      <dgm:prSet presAssocID="{6842C606-D9AE-4476-BE88-239463ACBAB4}" presName="Name37" presStyleLbl="parChTrans1D2" presStyleIdx="0" presStyleCnt="1"/>
      <dgm:spPr/>
    </dgm:pt>
    <dgm:pt modelId="{29073576-5317-4FAD-92B7-95E38527E733}" type="pres">
      <dgm:prSet presAssocID="{CF0CE8EF-32ED-4BC6-8B0C-C0A6B32E22CE}" presName="hierRoot2" presStyleCnt="0">
        <dgm:presLayoutVars>
          <dgm:hierBranch val="init"/>
        </dgm:presLayoutVars>
      </dgm:prSet>
      <dgm:spPr/>
    </dgm:pt>
    <dgm:pt modelId="{9FC28866-DE6D-4E76-BA62-CC14EAF2D4D4}" type="pres">
      <dgm:prSet presAssocID="{CF0CE8EF-32ED-4BC6-8B0C-C0A6B32E22CE}" presName="rootComposite" presStyleCnt="0"/>
      <dgm:spPr/>
    </dgm:pt>
    <dgm:pt modelId="{5F5945D2-83B6-4382-8730-0F327E4F72FC}" type="pres">
      <dgm:prSet presAssocID="{CF0CE8EF-32ED-4BC6-8B0C-C0A6B32E22CE}" presName="rootText" presStyleLbl="node2" presStyleIdx="0" presStyleCnt="1">
        <dgm:presLayoutVars>
          <dgm:chPref val="3"/>
        </dgm:presLayoutVars>
      </dgm:prSet>
      <dgm:spPr/>
    </dgm:pt>
    <dgm:pt modelId="{E4023C40-822D-4612-BEF4-0DE459341D44}" type="pres">
      <dgm:prSet presAssocID="{CF0CE8EF-32ED-4BC6-8B0C-C0A6B32E22CE}" presName="rootConnector" presStyleLbl="node2" presStyleIdx="0" presStyleCnt="1"/>
      <dgm:spPr/>
    </dgm:pt>
    <dgm:pt modelId="{59454061-2139-44F0-8E40-7712B3547178}" type="pres">
      <dgm:prSet presAssocID="{CF0CE8EF-32ED-4BC6-8B0C-C0A6B32E22CE}" presName="hierChild4" presStyleCnt="0"/>
      <dgm:spPr/>
    </dgm:pt>
    <dgm:pt modelId="{F99A07D4-B1C7-4181-A772-0C9112F8BF8C}" type="pres">
      <dgm:prSet presAssocID="{AB801D4F-0AB2-4EE9-A389-FFCD6F0DB050}" presName="Name37" presStyleLbl="parChTrans1D3" presStyleIdx="0" presStyleCnt="3"/>
      <dgm:spPr/>
    </dgm:pt>
    <dgm:pt modelId="{4AFF3543-4F1C-4CD3-952A-9DF572A30202}" type="pres">
      <dgm:prSet presAssocID="{01BAFD68-7522-48FC-91B6-D09FDDF24DE5}" presName="hierRoot2" presStyleCnt="0">
        <dgm:presLayoutVars>
          <dgm:hierBranch val="init"/>
        </dgm:presLayoutVars>
      </dgm:prSet>
      <dgm:spPr/>
    </dgm:pt>
    <dgm:pt modelId="{091FDAEC-7A4D-4FE3-A029-ED866053C6C0}" type="pres">
      <dgm:prSet presAssocID="{01BAFD68-7522-48FC-91B6-D09FDDF24DE5}" presName="rootComposite" presStyleCnt="0"/>
      <dgm:spPr/>
    </dgm:pt>
    <dgm:pt modelId="{A3B1673A-508A-42E0-9F4C-FB886DCEEE2E}" type="pres">
      <dgm:prSet presAssocID="{01BAFD68-7522-48FC-91B6-D09FDDF24DE5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2D94191-054A-42C2-9919-E2E50D441D30}" type="pres">
      <dgm:prSet presAssocID="{01BAFD68-7522-48FC-91B6-D09FDDF24DE5}" presName="rootConnector" presStyleLbl="node3" presStyleIdx="0" presStyleCnt="3"/>
      <dgm:spPr/>
    </dgm:pt>
    <dgm:pt modelId="{370B96DD-2668-49A8-807F-E974B633A3A1}" type="pres">
      <dgm:prSet presAssocID="{01BAFD68-7522-48FC-91B6-D09FDDF24DE5}" presName="hierChild4" presStyleCnt="0"/>
      <dgm:spPr/>
    </dgm:pt>
    <dgm:pt modelId="{EB11EF75-246D-4928-9C89-2161C19D37B0}" type="pres">
      <dgm:prSet presAssocID="{464428AC-276E-4095-819B-2A72B80A4369}" presName="Name37" presStyleLbl="parChTrans1D4" presStyleIdx="0" presStyleCnt="3"/>
      <dgm:spPr/>
    </dgm:pt>
    <dgm:pt modelId="{EBF0B7EF-CC30-45BE-8F7F-4C7C1717CCA9}" type="pres">
      <dgm:prSet presAssocID="{8E0B3D18-E931-4212-95A0-4DC8FAB33841}" presName="hierRoot2" presStyleCnt="0">
        <dgm:presLayoutVars>
          <dgm:hierBranch val="init"/>
        </dgm:presLayoutVars>
      </dgm:prSet>
      <dgm:spPr/>
    </dgm:pt>
    <dgm:pt modelId="{E93509D0-8A54-47A5-B2B0-416FCD47F496}" type="pres">
      <dgm:prSet presAssocID="{8E0B3D18-E931-4212-95A0-4DC8FAB33841}" presName="rootComposite" presStyleCnt="0"/>
      <dgm:spPr/>
    </dgm:pt>
    <dgm:pt modelId="{21289C57-C01A-4136-B289-6E4A51BD83D7}" type="pres">
      <dgm:prSet presAssocID="{8E0B3D18-E931-4212-95A0-4DC8FAB33841}" presName="rootText" presStyleLbl="node4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2EF486F-BD0B-400A-880B-0841A0C06DD8}" type="pres">
      <dgm:prSet presAssocID="{8E0B3D18-E931-4212-95A0-4DC8FAB33841}" presName="rootConnector" presStyleLbl="node4" presStyleIdx="0" presStyleCnt="3"/>
      <dgm:spPr/>
    </dgm:pt>
    <dgm:pt modelId="{10E6E042-7256-46C8-A6B1-C428D983B7D9}" type="pres">
      <dgm:prSet presAssocID="{8E0B3D18-E931-4212-95A0-4DC8FAB33841}" presName="hierChild4" presStyleCnt="0"/>
      <dgm:spPr/>
    </dgm:pt>
    <dgm:pt modelId="{A3D3F90C-2D1D-46A7-BD53-6AE54E7159F5}" type="pres">
      <dgm:prSet presAssocID="{8E0B3D18-E931-4212-95A0-4DC8FAB33841}" presName="hierChild5" presStyleCnt="0"/>
      <dgm:spPr/>
    </dgm:pt>
    <dgm:pt modelId="{92B5A0B9-EF8E-44A2-A1EE-05B0B5976081}" type="pres">
      <dgm:prSet presAssocID="{01BAFD68-7522-48FC-91B6-D09FDDF24DE5}" presName="hierChild5" presStyleCnt="0"/>
      <dgm:spPr/>
    </dgm:pt>
    <dgm:pt modelId="{9BD8ED1D-EF26-46C5-8DB3-27BC92C1F908}" type="pres">
      <dgm:prSet presAssocID="{A067A5C0-FCF4-43B6-876A-83733C816FC6}" presName="Name37" presStyleLbl="parChTrans1D3" presStyleIdx="1" presStyleCnt="3"/>
      <dgm:spPr/>
    </dgm:pt>
    <dgm:pt modelId="{EA83E8AF-FD6D-4626-9B54-ABA843765B2B}" type="pres">
      <dgm:prSet presAssocID="{AE2C131B-B29E-483E-BDE0-A33A39DCC757}" presName="hierRoot2" presStyleCnt="0">
        <dgm:presLayoutVars>
          <dgm:hierBranch val="init"/>
        </dgm:presLayoutVars>
      </dgm:prSet>
      <dgm:spPr/>
    </dgm:pt>
    <dgm:pt modelId="{AA0E1E52-7967-4229-AECC-C572DB587DAD}" type="pres">
      <dgm:prSet presAssocID="{AE2C131B-B29E-483E-BDE0-A33A39DCC757}" presName="rootComposite" presStyleCnt="0"/>
      <dgm:spPr/>
    </dgm:pt>
    <dgm:pt modelId="{63E2EF80-D20E-4EA0-B3EF-A5ABFDD030D8}" type="pres">
      <dgm:prSet presAssocID="{AE2C131B-B29E-483E-BDE0-A33A39DCC757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C57DAE6-07F6-429F-9631-4D03EBFBD50D}" type="pres">
      <dgm:prSet presAssocID="{AE2C131B-B29E-483E-BDE0-A33A39DCC757}" presName="rootConnector" presStyleLbl="node3" presStyleIdx="1" presStyleCnt="3"/>
      <dgm:spPr/>
    </dgm:pt>
    <dgm:pt modelId="{33669CFA-BB75-4203-85AA-31AFE393E385}" type="pres">
      <dgm:prSet presAssocID="{AE2C131B-B29E-483E-BDE0-A33A39DCC757}" presName="hierChild4" presStyleCnt="0"/>
      <dgm:spPr/>
    </dgm:pt>
    <dgm:pt modelId="{6A57C35C-00B9-4142-9F85-8E4CA7C801AF}" type="pres">
      <dgm:prSet presAssocID="{F7ABF802-6394-406B-95C2-2972EF2B5D67}" presName="Name37" presStyleLbl="parChTrans1D4" presStyleIdx="1" presStyleCnt="3"/>
      <dgm:spPr/>
    </dgm:pt>
    <dgm:pt modelId="{32660634-F350-42AB-8678-59E74D7CE32B}" type="pres">
      <dgm:prSet presAssocID="{880E2C21-BD46-4BF8-B7D0-0943F2E211FA}" presName="hierRoot2" presStyleCnt="0">
        <dgm:presLayoutVars>
          <dgm:hierBranch val="init"/>
        </dgm:presLayoutVars>
      </dgm:prSet>
      <dgm:spPr/>
    </dgm:pt>
    <dgm:pt modelId="{D732C2A9-7E72-4F10-98BF-18DC9688EDC5}" type="pres">
      <dgm:prSet presAssocID="{880E2C21-BD46-4BF8-B7D0-0943F2E211FA}" presName="rootComposite" presStyleCnt="0"/>
      <dgm:spPr/>
    </dgm:pt>
    <dgm:pt modelId="{E7F100BC-34DC-49C9-8B7F-9FF74229C7C0}" type="pres">
      <dgm:prSet presAssocID="{880E2C21-BD46-4BF8-B7D0-0943F2E211FA}" presName="rootText" presStyleLbl="node4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4AE645E-29B8-4272-8206-FECB9DD9256B}" type="pres">
      <dgm:prSet presAssocID="{880E2C21-BD46-4BF8-B7D0-0943F2E211FA}" presName="rootConnector" presStyleLbl="node4" presStyleIdx="1" presStyleCnt="3"/>
      <dgm:spPr/>
    </dgm:pt>
    <dgm:pt modelId="{8C278B55-E297-49FB-BDC3-912832B30FFC}" type="pres">
      <dgm:prSet presAssocID="{880E2C21-BD46-4BF8-B7D0-0943F2E211FA}" presName="hierChild4" presStyleCnt="0"/>
      <dgm:spPr/>
    </dgm:pt>
    <dgm:pt modelId="{8ED1DD98-6FD0-4AC5-A19F-4CDAA1C5D1F9}" type="pres">
      <dgm:prSet presAssocID="{880E2C21-BD46-4BF8-B7D0-0943F2E211FA}" presName="hierChild5" presStyleCnt="0"/>
      <dgm:spPr/>
    </dgm:pt>
    <dgm:pt modelId="{3313A0AE-DC02-4906-B7EA-D6988BB30530}" type="pres">
      <dgm:prSet presAssocID="{AE2C131B-B29E-483E-BDE0-A33A39DCC757}" presName="hierChild5" presStyleCnt="0"/>
      <dgm:spPr/>
    </dgm:pt>
    <dgm:pt modelId="{EB04F57E-D13A-4983-9BA3-31423292CDCC}" type="pres">
      <dgm:prSet presAssocID="{C40B68D5-7955-42A4-995D-E3E37771D8AC}" presName="Name37" presStyleLbl="parChTrans1D3" presStyleIdx="2" presStyleCnt="3"/>
      <dgm:spPr/>
    </dgm:pt>
    <dgm:pt modelId="{D490700F-5655-435D-8F18-7D158A3AA6CA}" type="pres">
      <dgm:prSet presAssocID="{B393BAF1-D283-40EC-BEB9-6D2EE56E27BB}" presName="hierRoot2" presStyleCnt="0">
        <dgm:presLayoutVars>
          <dgm:hierBranch val="init"/>
        </dgm:presLayoutVars>
      </dgm:prSet>
      <dgm:spPr/>
    </dgm:pt>
    <dgm:pt modelId="{6A472EBA-9564-4E8A-AB65-04BE1D52D185}" type="pres">
      <dgm:prSet presAssocID="{B393BAF1-D283-40EC-BEB9-6D2EE56E27BB}" presName="rootComposite" presStyleCnt="0"/>
      <dgm:spPr/>
    </dgm:pt>
    <dgm:pt modelId="{4BCC56AA-40E0-4E14-9854-AB7CC8063E53}" type="pres">
      <dgm:prSet presAssocID="{B393BAF1-D283-40EC-BEB9-6D2EE56E27BB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32CEBB9-B6FF-489C-8A26-2124D4DDB6B1}" type="pres">
      <dgm:prSet presAssocID="{B393BAF1-D283-40EC-BEB9-6D2EE56E27BB}" presName="rootConnector" presStyleLbl="node3" presStyleIdx="2" presStyleCnt="3"/>
      <dgm:spPr/>
    </dgm:pt>
    <dgm:pt modelId="{4C124702-EF68-495A-9053-B0FF6749C753}" type="pres">
      <dgm:prSet presAssocID="{B393BAF1-D283-40EC-BEB9-6D2EE56E27BB}" presName="hierChild4" presStyleCnt="0"/>
      <dgm:spPr/>
    </dgm:pt>
    <dgm:pt modelId="{1392CBA8-738F-4835-9FD8-6C36DA510730}" type="pres">
      <dgm:prSet presAssocID="{BF57CA88-9732-40C7-90FC-5152BE77A646}" presName="Name37" presStyleLbl="parChTrans1D4" presStyleIdx="2" presStyleCnt="3"/>
      <dgm:spPr/>
    </dgm:pt>
    <dgm:pt modelId="{DBD9BE27-9C2B-4AFD-AB60-5C33B3EBF506}" type="pres">
      <dgm:prSet presAssocID="{3DB8F87B-3921-4527-BEE7-AC1623D7D84E}" presName="hierRoot2" presStyleCnt="0">
        <dgm:presLayoutVars>
          <dgm:hierBranch val="init"/>
        </dgm:presLayoutVars>
      </dgm:prSet>
      <dgm:spPr/>
    </dgm:pt>
    <dgm:pt modelId="{4CF6E13B-A3A5-4752-BE04-397C61C5E4EB}" type="pres">
      <dgm:prSet presAssocID="{3DB8F87B-3921-4527-BEE7-AC1623D7D84E}" presName="rootComposite" presStyleCnt="0"/>
      <dgm:spPr/>
    </dgm:pt>
    <dgm:pt modelId="{88E23538-B0C6-4DE0-969A-688C4A33F300}" type="pres">
      <dgm:prSet presAssocID="{3DB8F87B-3921-4527-BEE7-AC1623D7D84E}" presName="rootText" presStyleLbl="node4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DE78FA7-9B3F-4CE6-97D2-59A8B5AC9605}" type="pres">
      <dgm:prSet presAssocID="{3DB8F87B-3921-4527-BEE7-AC1623D7D84E}" presName="rootConnector" presStyleLbl="node4" presStyleIdx="2" presStyleCnt="3"/>
      <dgm:spPr/>
    </dgm:pt>
    <dgm:pt modelId="{364CBF6D-8CBD-4DD3-820D-0E27B8E3F228}" type="pres">
      <dgm:prSet presAssocID="{3DB8F87B-3921-4527-BEE7-AC1623D7D84E}" presName="hierChild4" presStyleCnt="0"/>
      <dgm:spPr/>
    </dgm:pt>
    <dgm:pt modelId="{52C56C28-9437-4F57-8635-544C70265CB7}" type="pres">
      <dgm:prSet presAssocID="{3DB8F87B-3921-4527-BEE7-AC1623D7D84E}" presName="hierChild5" presStyleCnt="0"/>
      <dgm:spPr/>
    </dgm:pt>
    <dgm:pt modelId="{13881D3D-45A8-4476-AA68-5C0D610BADAB}" type="pres">
      <dgm:prSet presAssocID="{B393BAF1-D283-40EC-BEB9-6D2EE56E27BB}" presName="hierChild5" presStyleCnt="0"/>
      <dgm:spPr/>
    </dgm:pt>
    <dgm:pt modelId="{FCFE6996-71FC-439B-B54D-775C26E4CAE3}" type="pres">
      <dgm:prSet presAssocID="{CF0CE8EF-32ED-4BC6-8B0C-C0A6B32E22CE}" presName="hierChild5" presStyleCnt="0"/>
      <dgm:spPr/>
    </dgm:pt>
    <dgm:pt modelId="{89A0CD5C-2C19-4235-8112-BC8895746F85}" type="pres">
      <dgm:prSet presAssocID="{D1E79F03-C460-4254-B055-740C80A1FAF6}" presName="hierChild3" presStyleCnt="0"/>
      <dgm:spPr/>
    </dgm:pt>
  </dgm:ptLst>
  <dgm:cxnLst>
    <dgm:cxn modelId="{4CE61EAF-1D18-45A0-AFD4-0C9917100AF4}" type="presOf" srcId="{B393BAF1-D283-40EC-BEB9-6D2EE56E27BB}" destId="{932CEBB9-B6FF-489C-8A26-2124D4DDB6B1}" srcOrd="1" destOrd="0" presId="urn:microsoft.com/office/officeart/2005/8/layout/orgChart1"/>
    <dgm:cxn modelId="{697E8168-C069-485A-9766-9C74E05702F8}" type="presOf" srcId="{CF0CE8EF-32ED-4BC6-8B0C-C0A6B32E22CE}" destId="{E4023C40-822D-4612-BEF4-0DE459341D44}" srcOrd="1" destOrd="0" presId="urn:microsoft.com/office/officeart/2005/8/layout/orgChart1"/>
    <dgm:cxn modelId="{C94A7ACD-5724-435C-898B-01AC50676A48}" type="presOf" srcId="{3DB8F87B-3921-4527-BEE7-AC1623D7D84E}" destId="{88E23538-B0C6-4DE0-969A-688C4A33F300}" srcOrd="0" destOrd="0" presId="urn:microsoft.com/office/officeart/2005/8/layout/orgChart1"/>
    <dgm:cxn modelId="{2D622568-3BC7-4AD9-8F3A-113881AFF80D}" type="presOf" srcId="{3DB8F87B-3921-4527-BEE7-AC1623D7D84E}" destId="{3DE78FA7-9B3F-4CE6-97D2-59A8B5AC9605}" srcOrd="1" destOrd="0" presId="urn:microsoft.com/office/officeart/2005/8/layout/orgChart1"/>
    <dgm:cxn modelId="{98A487CD-326F-4C41-85D2-1AB38D2A7812}" type="presOf" srcId="{B393BAF1-D283-40EC-BEB9-6D2EE56E27BB}" destId="{4BCC56AA-40E0-4E14-9854-AB7CC8063E53}" srcOrd="0" destOrd="0" presId="urn:microsoft.com/office/officeart/2005/8/layout/orgChart1"/>
    <dgm:cxn modelId="{AAB6B496-356E-457F-A433-CE711B14316D}" type="presOf" srcId="{AE2C131B-B29E-483E-BDE0-A33A39DCC757}" destId="{CC57DAE6-07F6-429F-9631-4D03EBFBD50D}" srcOrd="1" destOrd="0" presId="urn:microsoft.com/office/officeart/2005/8/layout/orgChart1"/>
    <dgm:cxn modelId="{6D0D9E18-55DC-4928-8C40-D6CB9502F8A9}" type="presOf" srcId="{A067A5C0-FCF4-43B6-876A-83733C816FC6}" destId="{9BD8ED1D-EF26-46C5-8DB3-27BC92C1F908}" srcOrd="0" destOrd="0" presId="urn:microsoft.com/office/officeart/2005/8/layout/orgChart1"/>
    <dgm:cxn modelId="{B090CBC6-CC6B-4C44-8170-2C609F53E8BA}" srcId="{CF0CE8EF-32ED-4BC6-8B0C-C0A6B32E22CE}" destId="{01BAFD68-7522-48FC-91B6-D09FDDF24DE5}" srcOrd="0" destOrd="0" parTransId="{AB801D4F-0AB2-4EE9-A389-FFCD6F0DB050}" sibTransId="{EF6B7171-1BDC-43EF-8AFD-5ACD30EE958D}"/>
    <dgm:cxn modelId="{9586A1A9-9CDD-4953-B891-231F14636089}" type="presOf" srcId="{880E2C21-BD46-4BF8-B7D0-0943F2E211FA}" destId="{A4AE645E-29B8-4272-8206-FECB9DD9256B}" srcOrd="1" destOrd="0" presId="urn:microsoft.com/office/officeart/2005/8/layout/orgChart1"/>
    <dgm:cxn modelId="{C23E0918-A2B5-44F7-ABCB-E14A4832E9E3}" type="presOf" srcId="{464428AC-276E-4095-819B-2A72B80A4369}" destId="{EB11EF75-246D-4928-9C89-2161C19D37B0}" srcOrd="0" destOrd="0" presId="urn:microsoft.com/office/officeart/2005/8/layout/orgChart1"/>
    <dgm:cxn modelId="{CA4978B7-E277-4B86-BA33-CF0F01802677}" srcId="{CF0CE8EF-32ED-4BC6-8B0C-C0A6B32E22CE}" destId="{B393BAF1-D283-40EC-BEB9-6D2EE56E27BB}" srcOrd="2" destOrd="0" parTransId="{C40B68D5-7955-42A4-995D-E3E37771D8AC}" sibTransId="{22ECAF58-7660-479C-976F-19702663410B}"/>
    <dgm:cxn modelId="{684B38C4-1BA9-4779-BB4C-ED8DB85B6F8B}" type="presOf" srcId="{6842C606-D9AE-4476-BE88-239463ACBAB4}" destId="{29EF5662-6DC3-4191-965B-7AAD4F1624B2}" srcOrd="0" destOrd="0" presId="urn:microsoft.com/office/officeart/2005/8/layout/orgChart1"/>
    <dgm:cxn modelId="{C52FD275-E2D3-40C1-9038-6B3F7FF45FE4}" srcId="{D1E79F03-C460-4254-B055-740C80A1FAF6}" destId="{CF0CE8EF-32ED-4BC6-8B0C-C0A6B32E22CE}" srcOrd="0" destOrd="0" parTransId="{6842C606-D9AE-4476-BE88-239463ACBAB4}" sibTransId="{EF5FDD75-32CC-4CAF-9FDE-3B299F15F2D9}"/>
    <dgm:cxn modelId="{8FB39608-7B08-4F2D-9430-072D956F2BF8}" type="presOf" srcId="{D1E79F03-C460-4254-B055-740C80A1FAF6}" destId="{BD0C2C75-15C0-4BD5-A811-28031D5210C2}" srcOrd="1" destOrd="0" presId="urn:microsoft.com/office/officeart/2005/8/layout/orgChart1"/>
    <dgm:cxn modelId="{9C8D2F6E-5C3E-477B-8890-620381C0DC87}" srcId="{CF0CE8EF-32ED-4BC6-8B0C-C0A6B32E22CE}" destId="{AE2C131B-B29E-483E-BDE0-A33A39DCC757}" srcOrd="1" destOrd="0" parTransId="{A067A5C0-FCF4-43B6-876A-83733C816FC6}" sibTransId="{81324F7B-D38F-44B6-AB35-7A185B343D6C}"/>
    <dgm:cxn modelId="{D089C9A6-EE2C-43B2-A600-F4E88D7ECD0A}" type="presOf" srcId="{8E0B3D18-E931-4212-95A0-4DC8FAB33841}" destId="{21289C57-C01A-4136-B289-6E4A51BD83D7}" srcOrd="0" destOrd="0" presId="urn:microsoft.com/office/officeart/2005/8/layout/orgChart1"/>
    <dgm:cxn modelId="{1EFDB1C9-12CD-4DA6-9E44-7E35F36E2700}" srcId="{B393BAF1-D283-40EC-BEB9-6D2EE56E27BB}" destId="{3DB8F87B-3921-4527-BEE7-AC1623D7D84E}" srcOrd="0" destOrd="0" parTransId="{BF57CA88-9732-40C7-90FC-5152BE77A646}" sibTransId="{0C02E984-04BE-4E57-B67A-A7505C2EA02B}"/>
    <dgm:cxn modelId="{66278D77-3587-4E11-A1CA-4C0F1F829231}" type="presOf" srcId="{8E0B3D18-E931-4212-95A0-4DC8FAB33841}" destId="{12EF486F-BD0B-400A-880B-0841A0C06DD8}" srcOrd="1" destOrd="0" presId="urn:microsoft.com/office/officeart/2005/8/layout/orgChart1"/>
    <dgm:cxn modelId="{6E48D3DA-C41F-4EC2-B76F-8A6E57AC3508}" type="presOf" srcId="{01BAFD68-7522-48FC-91B6-D09FDDF24DE5}" destId="{A3B1673A-508A-42E0-9F4C-FB886DCEEE2E}" srcOrd="0" destOrd="0" presId="urn:microsoft.com/office/officeart/2005/8/layout/orgChart1"/>
    <dgm:cxn modelId="{D408DD30-7A3D-4D64-93AC-77266D87B644}" type="presOf" srcId="{AB801D4F-0AB2-4EE9-A389-FFCD6F0DB050}" destId="{F99A07D4-B1C7-4181-A772-0C9112F8BF8C}" srcOrd="0" destOrd="0" presId="urn:microsoft.com/office/officeart/2005/8/layout/orgChart1"/>
    <dgm:cxn modelId="{A76B8A63-7751-4092-B463-CF118ADD7199}" type="presOf" srcId="{F7ABF802-6394-406B-95C2-2972EF2B5D67}" destId="{6A57C35C-00B9-4142-9F85-8E4CA7C801AF}" srcOrd="0" destOrd="0" presId="urn:microsoft.com/office/officeart/2005/8/layout/orgChart1"/>
    <dgm:cxn modelId="{E3A31EBB-F32D-47D6-80F0-0B5D55074622}" srcId="{AE2C131B-B29E-483E-BDE0-A33A39DCC757}" destId="{880E2C21-BD46-4BF8-B7D0-0943F2E211FA}" srcOrd="0" destOrd="0" parTransId="{F7ABF802-6394-406B-95C2-2972EF2B5D67}" sibTransId="{36B24C9D-05AB-46E4-823F-44B880B31FBE}"/>
    <dgm:cxn modelId="{857D72F0-0DFA-40A5-BF21-219D79E57FCA}" type="presOf" srcId="{BF57CA88-9732-40C7-90FC-5152BE77A646}" destId="{1392CBA8-738F-4835-9FD8-6C36DA510730}" srcOrd="0" destOrd="0" presId="urn:microsoft.com/office/officeart/2005/8/layout/orgChart1"/>
    <dgm:cxn modelId="{85B12787-DE84-4F36-A1B8-B35FA1F977CE}" type="presOf" srcId="{AE2C131B-B29E-483E-BDE0-A33A39DCC757}" destId="{63E2EF80-D20E-4EA0-B3EF-A5ABFDD030D8}" srcOrd="0" destOrd="0" presId="urn:microsoft.com/office/officeart/2005/8/layout/orgChart1"/>
    <dgm:cxn modelId="{F757E2B4-35A8-47F0-B0B4-3A4C64464A66}" type="presOf" srcId="{D1E79F03-C460-4254-B055-740C80A1FAF6}" destId="{0B175575-5E52-4321-883B-570C9EF690EA}" srcOrd="0" destOrd="0" presId="urn:microsoft.com/office/officeart/2005/8/layout/orgChart1"/>
    <dgm:cxn modelId="{20759ADD-8F23-4CF4-84EF-F93C0556B914}" type="presOf" srcId="{6C80D075-E1C9-4E64-A737-3B1424748E8B}" destId="{CFFA6E85-CBE1-41F7-BC5A-A91E597C64C8}" srcOrd="0" destOrd="0" presId="urn:microsoft.com/office/officeart/2005/8/layout/orgChart1"/>
    <dgm:cxn modelId="{21F1A0F2-6BDD-4985-AC40-5BE658517959}" srcId="{01BAFD68-7522-48FC-91B6-D09FDDF24DE5}" destId="{8E0B3D18-E931-4212-95A0-4DC8FAB33841}" srcOrd="0" destOrd="0" parTransId="{464428AC-276E-4095-819B-2A72B80A4369}" sibTransId="{7378AEA9-2A73-44C2-8540-E1B451B7F38E}"/>
    <dgm:cxn modelId="{EE3BF61E-E0B9-4D25-A810-4FF0CC907C7F}" type="presOf" srcId="{880E2C21-BD46-4BF8-B7D0-0943F2E211FA}" destId="{E7F100BC-34DC-49C9-8B7F-9FF74229C7C0}" srcOrd="0" destOrd="0" presId="urn:microsoft.com/office/officeart/2005/8/layout/orgChart1"/>
    <dgm:cxn modelId="{B180313D-FBB7-4187-8A4D-BFAB99C433D3}" srcId="{6C80D075-E1C9-4E64-A737-3B1424748E8B}" destId="{D1E79F03-C460-4254-B055-740C80A1FAF6}" srcOrd="0" destOrd="0" parTransId="{AF6E8B77-D228-48D2-8097-B55958B27911}" sibTransId="{7F025DE8-D24D-4496-BB96-BED9C649B68D}"/>
    <dgm:cxn modelId="{85D2E624-5CDA-4982-B535-F30065DE70C3}" type="presOf" srcId="{01BAFD68-7522-48FC-91B6-D09FDDF24DE5}" destId="{72D94191-054A-42C2-9919-E2E50D441D30}" srcOrd="1" destOrd="0" presId="urn:microsoft.com/office/officeart/2005/8/layout/orgChart1"/>
    <dgm:cxn modelId="{91862432-0CB0-4CA9-83AD-96C138145FAD}" type="presOf" srcId="{CF0CE8EF-32ED-4BC6-8B0C-C0A6B32E22CE}" destId="{5F5945D2-83B6-4382-8730-0F327E4F72FC}" srcOrd="0" destOrd="0" presId="urn:microsoft.com/office/officeart/2005/8/layout/orgChart1"/>
    <dgm:cxn modelId="{40749EFE-AAB5-4D37-B802-88866FE7764E}" type="presOf" srcId="{C40B68D5-7955-42A4-995D-E3E37771D8AC}" destId="{EB04F57E-D13A-4983-9BA3-31423292CDCC}" srcOrd="0" destOrd="0" presId="urn:microsoft.com/office/officeart/2005/8/layout/orgChart1"/>
    <dgm:cxn modelId="{5BC32842-2557-4DE2-A365-2902A61A840C}" type="presParOf" srcId="{CFFA6E85-CBE1-41F7-BC5A-A91E597C64C8}" destId="{0CCD2773-91AB-4260-9FFF-4610B8CC0E3F}" srcOrd="0" destOrd="0" presId="urn:microsoft.com/office/officeart/2005/8/layout/orgChart1"/>
    <dgm:cxn modelId="{10AAB81F-69CF-48CF-A6E8-275A6EDA0599}" type="presParOf" srcId="{0CCD2773-91AB-4260-9FFF-4610B8CC0E3F}" destId="{EDF39723-1811-4E71-9A6C-0C92C0D2BADB}" srcOrd="0" destOrd="0" presId="urn:microsoft.com/office/officeart/2005/8/layout/orgChart1"/>
    <dgm:cxn modelId="{53A57792-6B15-45BE-9557-82B94584ACEB}" type="presParOf" srcId="{EDF39723-1811-4E71-9A6C-0C92C0D2BADB}" destId="{0B175575-5E52-4321-883B-570C9EF690EA}" srcOrd="0" destOrd="0" presId="urn:microsoft.com/office/officeart/2005/8/layout/orgChart1"/>
    <dgm:cxn modelId="{16F6E184-1236-4769-84CB-CD6B3E03B76F}" type="presParOf" srcId="{EDF39723-1811-4E71-9A6C-0C92C0D2BADB}" destId="{BD0C2C75-15C0-4BD5-A811-28031D5210C2}" srcOrd="1" destOrd="0" presId="urn:microsoft.com/office/officeart/2005/8/layout/orgChart1"/>
    <dgm:cxn modelId="{3B2E3899-CE72-4075-BC34-2B8614BD1713}" type="presParOf" srcId="{0CCD2773-91AB-4260-9FFF-4610B8CC0E3F}" destId="{43D2C6F0-DC35-475B-967B-C322A031C550}" srcOrd="1" destOrd="0" presId="urn:microsoft.com/office/officeart/2005/8/layout/orgChart1"/>
    <dgm:cxn modelId="{730463F8-624F-47F1-A009-A812211FE063}" type="presParOf" srcId="{43D2C6F0-DC35-475B-967B-C322A031C550}" destId="{29EF5662-6DC3-4191-965B-7AAD4F1624B2}" srcOrd="0" destOrd="0" presId="urn:microsoft.com/office/officeart/2005/8/layout/orgChart1"/>
    <dgm:cxn modelId="{3C7029D6-7E5C-4499-A64A-C8B76C36DB8A}" type="presParOf" srcId="{43D2C6F0-DC35-475B-967B-C322A031C550}" destId="{29073576-5317-4FAD-92B7-95E38527E733}" srcOrd="1" destOrd="0" presId="urn:microsoft.com/office/officeart/2005/8/layout/orgChart1"/>
    <dgm:cxn modelId="{CFBEAB87-54BE-485E-8E1B-1756C7FA2A5D}" type="presParOf" srcId="{29073576-5317-4FAD-92B7-95E38527E733}" destId="{9FC28866-DE6D-4E76-BA62-CC14EAF2D4D4}" srcOrd="0" destOrd="0" presId="urn:microsoft.com/office/officeart/2005/8/layout/orgChart1"/>
    <dgm:cxn modelId="{644A4C50-353B-4551-B5CA-9DD69483E684}" type="presParOf" srcId="{9FC28866-DE6D-4E76-BA62-CC14EAF2D4D4}" destId="{5F5945D2-83B6-4382-8730-0F327E4F72FC}" srcOrd="0" destOrd="0" presId="urn:microsoft.com/office/officeart/2005/8/layout/orgChart1"/>
    <dgm:cxn modelId="{DEA04F46-6263-4C78-9104-E0D10925566C}" type="presParOf" srcId="{9FC28866-DE6D-4E76-BA62-CC14EAF2D4D4}" destId="{E4023C40-822D-4612-BEF4-0DE459341D44}" srcOrd="1" destOrd="0" presId="urn:microsoft.com/office/officeart/2005/8/layout/orgChart1"/>
    <dgm:cxn modelId="{836D8D02-11CC-41B1-B18A-8D2384FFD58E}" type="presParOf" srcId="{29073576-5317-4FAD-92B7-95E38527E733}" destId="{59454061-2139-44F0-8E40-7712B3547178}" srcOrd="1" destOrd="0" presId="urn:microsoft.com/office/officeart/2005/8/layout/orgChart1"/>
    <dgm:cxn modelId="{0C357474-85DA-4BB4-8E02-07805A21D704}" type="presParOf" srcId="{59454061-2139-44F0-8E40-7712B3547178}" destId="{F99A07D4-B1C7-4181-A772-0C9112F8BF8C}" srcOrd="0" destOrd="0" presId="urn:microsoft.com/office/officeart/2005/8/layout/orgChart1"/>
    <dgm:cxn modelId="{54EE59F8-470A-4A2A-8C11-277B99113217}" type="presParOf" srcId="{59454061-2139-44F0-8E40-7712B3547178}" destId="{4AFF3543-4F1C-4CD3-952A-9DF572A30202}" srcOrd="1" destOrd="0" presId="urn:microsoft.com/office/officeart/2005/8/layout/orgChart1"/>
    <dgm:cxn modelId="{7D69706C-5B88-4818-BE3A-9D6C71958366}" type="presParOf" srcId="{4AFF3543-4F1C-4CD3-952A-9DF572A30202}" destId="{091FDAEC-7A4D-4FE3-A029-ED866053C6C0}" srcOrd="0" destOrd="0" presId="urn:microsoft.com/office/officeart/2005/8/layout/orgChart1"/>
    <dgm:cxn modelId="{3797819A-9024-4EDD-89AE-7CA984E877C1}" type="presParOf" srcId="{091FDAEC-7A4D-4FE3-A029-ED866053C6C0}" destId="{A3B1673A-508A-42E0-9F4C-FB886DCEEE2E}" srcOrd="0" destOrd="0" presId="urn:microsoft.com/office/officeart/2005/8/layout/orgChart1"/>
    <dgm:cxn modelId="{C3150B86-8898-4244-98CB-1E98FF07F8A7}" type="presParOf" srcId="{091FDAEC-7A4D-4FE3-A029-ED866053C6C0}" destId="{72D94191-054A-42C2-9919-E2E50D441D30}" srcOrd="1" destOrd="0" presId="urn:microsoft.com/office/officeart/2005/8/layout/orgChart1"/>
    <dgm:cxn modelId="{497B87A2-E355-47EE-A5F1-91C2ADD43C2E}" type="presParOf" srcId="{4AFF3543-4F1C-4CD3-952A-9DF572A30202}" destId="{370B96DD-2668-49A8-807F-E974B633A3A1}" srcOrd="1" destOrd="0" presId="urn:microsoft.com/office/officeart/2005/8/layout/orgChart1"/>
    <dgm:cxn modelId="{1099DF92-3434-425D-9A94-999F18CABA40}" type="presParOf" srcId="{370B96DD-2668-49A8-807F-E974B633A3A1}" destId="{EB11EF75-246D-4928-9C89-2161C19D37B0}" srcOrd="0" destOrd="0" presId="urn:microsoft.com/office/officeart/2005/8/layout/orgChart1"/>
    <dgm:cxn modelId="{0CA8696B-E054-4F5F-AC47-4E6DB20B2A65}" type="presParOf" srcId="{370B96DD-2668-49A8-807F-E974B633A3A1}" destId="{EBF0B7EF-CC30-45BE-8F7F-4C7C1717CCA9}" srcOrd="1" destOrd="0" presId="urn:microsoft.com/office/officeart/2005/8/layout/orgChart1"/>
    <dgm:cxn modelId="{BC8E26E0-3644-4DFB-9DA5-151E8D5802C5}" type="presParOf" srcId="{EBF0B7EF-CC30-45BE-8F7F-4C7C1717CCA9}" destId="{E93509D0-8A54-47A5-B2B0-416FCD47F496}" srcOrd="0" destOrd="0" presId="urn:microsoft.com/office/officeart/2005/8/layout/orgChart1"/>
    <dgm:cxn modelId="{545780F8-AB9D-49CF-9695-BAAFCA5FC2AD}" type="presParOf" srcId="{E93509D0-8A54-47A5-B2B0-416FCD47F496}" destId="{21289C57-C01A-4136-B289-6E4A51BD83D7}" srcOrd="0" destOrd="0" presId="urn:microsoft.com/office/officeart/2005/8/layout/orgChart1"/>
    <dgm:cxn modelId="{49B10939-1EE8-46B1-8B9B-AC5E78D4FEB1}" type="presParOf" srcId="{E93509D0-8A54-47A5-B2B0-416FCD47F496}" destId="{12EF486F-BD0B-400A-880B-0841A0C06DD8}" srcOrd="1" destOrd="0" presId="urn:microsoft.com/office/officeart/2005/8/layout/orgChart1"/>
    <dgm:cxn modelId="{71EB2DE6-8804-455F-A83F-D3BDA583B70E}" type="presParOf" srcId="{EBF0B7EF-CC30-45BE-8F7F-4C7C1717CCA9}" destId="{10E6E042-7256-46C8-A6B1-C428D983B7D9}" srcOrd="1" destOrd="0" presId="urn:microsoft.com/office/officeart/2005/8/layout/orgChart1"/>
    <dgm:cxn modelId="{F1F62C1B-5448-4A06-9654-2332C190D6B8}" type="presParOf" srcId="{EBF0B7EF-CC30-45BE-8F7F-4C7C1717CCA9}" destId="{A3D3F90C-2D1D-46A7-BD53-6AE54E7159F5}" srcOrd="2" destOrd="0" presId="urn:microsoft.com/office/officeart/2005/8/layout/orgChart1"/>
    <dgm:cxn modelId="{C1B57F04-F798-4218-90E3-90A5C1B40EF3}" type="presParOf" srcId="{4AFF3543-4F1C-4CD3-952A-9DF572A30202}" destId="{92B5A0B9-EF8E-44A2-A1EE-05B0B5976081}" srcOrd="2" destOrd="0" presId="urn:microsoft.com/office/officeart/2005/8/layout/orgChart1"/>
    <dgm:cxn modelId="{D9B17E9E-CA05-461B-B71E-6397C2816728}" type="presParOf" srcId="{59454061-2139-44F0-8E40-7712B3547178}" destId="{9BD8ED1D-EF26-46C5-8DB3-27BC92C1F908}" srcOrd="2" destOrd="0" presId="urn:microsoft.com/office/officeart/2005/8/layout/orgChart1"/>
    <dgm:cxn modelId="{E33AECA6-444A-4481-8459-9F74D17954A7}" type="presParOf" srcId="{59454061-2139-44F0-8E40-7712B3547178}" destId="{EA83E8AF-FD6D-4626-9B54-ABA843765B2B}" srcOrd="3" destOrd="0" presId="urn:microsoft.com/office/officeart/2005/8/layout/orgChart1"/>
    <dgm:cxn modelId="{D1F56A09-8B02-4747-9D19-A7C4342BF945}" type="presParOf" srcId="{EA83E8AF-FD6D-4626-9B54-ABA843765B2B}" destId="{AA0E1E52-7967-4229-AECC-C572DB587DAD}" srcOrd="0" destOrd="0" presId="urn:microsoft.com/office/officeart/2005/8/layout/orgChart1"/>
    <dgm:cxn modelId="{9EA14D21-B4EB-4900-99F8-F1BC6DE94323}" type="presParOf" srcId="{AA0E1E52-7967-4229-AECC-C572DB587DAD}" destId="{63E2EF80-D20E-4EA0-B3EF-A5ABFDD030D8}" srcOrd="0" destOrd="0" presId="urn:microsoft.com/office/officeart/2005/8/layout/orgChart1"/>
    <dgm:cxn modelId="{1488998D-0255-4CFA-A770-776AC9E3DF1B}" type="presParOf" srcId="{AA0E1E52-7967-4229-AECC-C572DB587DAD}" destId="{CC57DAE6-07F6-429F-9631-4D03EBFBD50D}" srcOrd="1" destOrd="0" presId="urn:microsoft.com/office/officeart/2005/8/layout/orgChart1"/>
    <dgm:cxn modelId="{1026AE20-E089-4440-A955-3930D26C4EDF}" type="presParOf" srcId="{EA83E8AF-FD6D-4626-9B54-ABA843765B2B}" destId="{33669CFA-BB75-4203-85AA-31AFE393E385}" srcOrd="1" destOrd="0" presId="urn:microsoft.com/office/officeart/2005/8/layout/orgChart1"/>
    <dgm:cxn modelId="{8B09EFC8-D8F6-4869-A025-E8741DDEB208}" type="presParOf" srcId="{33669CFA-BB75-4203-85AA-31AFE393E385}" destId="{6A57C35C-00B9-4142-9F85-8E4CA7C801AF}" srcOrd="0" destOrd="0" presId="urn:microsoft.com/office/officeart/2005/8/layout/orgChart1"/>
    <dgm:cxn modelId="{697A5766-8CDB-4834-85A8-23E6345ECFF1}" type="presParOf" srcId="{33669CFA-BB75-4203-85AA-31AFE393E385}" destId="{32660634-F350-42AB-8678-59E74D7CE32B}" srcOrd="1" destOrd="0" presId="urn:microsoft.com/office/officeart/2005/8/layout/orgChart1"/>
    <dgm:cxn modelId="{24444A8A-58B6-4FEA-942E-8A8A1F7D3631}" type="presParOf" srcId="{32660634-F350-42AB-8678-59E74D7CE32B}" destId="{D732C2A9-7E72-4F10-98BF-18DC9688EDC5}" srcOrd="0" destOrd="0" presId="urn:microsoft.com/office/officeart/2005/8/layout/orgChart1"/>
    <dgm:cxn modelId="{F870A46E-F865-4DD3-973F-111332988A81}" type="presParOf" srcId="{D732C2A9-7E72-4F10-98BF-18DC9688EDC5}" destId="{E7F100BC-34DC-49C9-8B7F-9FF74229C7C0}" srcOrd="0" destOrd="0" presId="urn:microsoft.com/office/officeart/2005/8/layout/orgChart1"/>
    <dgm:cxn modelId="{85BC0A9D-E8E6-4688-8F70-F1F6AEED1CBE}" type="presParOf" srcId="{D732C2A9-7E72-4F10-98BF-18DC9688EDC5}" destId="{A4AE645E-29B8-4272-8206-FECB9DD9256B}" srcOrd="1" destOrd="0" presId="urn:microsoft.com/office/officeart/2005/8/layout/orgChart1"/>
    <dgm:cxn modelId="{9375C399-BD76-4F11-858B-129A1B97D01A}" type="presParOf" srcId="{32660634-F350-42AB-8678-59E74D7CE32B}" destId="{8C278B55-E297-49FB-BDC3-912832B30FFC}" srcOrd="1" destOrd="0" presId="urn:microsoft.com/office/officeart/2005/8/layout/orgChart1"/>
    <dgm:cxn modelId="{5B029106-882E-474A-A6DD-820AFCCBC8FD}" type="presParOf" srcId="{32660634-F350-42AB-8678-59E74D7CE32B}" destId="{8ED1DD98-6FD0-4AC5-A19F-4CDAA1C5D1F9}" srcOrd="2" destOrd="0" presId="urn:microsoft.com/office/officeart/2005/8/layout/orgChart1"/>
    <dgm:cxn modelId="{905ABB90-8CA4-455E-867C-13887A724FB9}" type="presParOf" srcId="{EA83E8AF-FD6D-4626-9B54-ABA843765B2B}" destId="{3313A0AE-DC02-4906-B7EA-D6988BB30530}" srcOrd="2" destOrd="0" presId="urn:microsoft.com/office/officeart/2005/8/layout/orgChart1"/>
    <dgm:cxn modelId="{09F7F3E7-B3C5-46C8-9493-DF1472E51B9A}" type="presParOf" srcId="{59454061-2139-44F0-8E40-7712B3547178}" destId="{EB04F57E-D13A-4983-9BA3-31423292CDCC}" srcOrd="4" destOrd="0" presId="urn:microsoft.com/office/officeart/2005/8/layout/orgChart1"/>
    <dgm:cxn modelId="{5A5BA82D-7B2A-497A-AB8F-4BB757A7A94C}" type="presParOf" srcId="{59454061-2139-44F0-8E40-7712B3547178}" destId="{D490700F-5655-435D-8F18-7D158A3AA6CA}" srcOrd="5" destOrd="0" presId="urn:microsoft.com/office/officeart/2005/8/layout/orgChart1"/>
    <dgm:cxn modelId="{0691A923-ED8F-497F-BFCD-8DF12D0DC999}" type="presParOf" srcId="{D490700F-5655-435D-8F18-7D158A3AA6CA}" destId="{6A472EBA-9564-4E8A-AB65-04BE1D52D185}" srcOrd="0" destOrd="0" presId="urn:microsoft.com/office/officeart/2005/8/layout/orgChart1"/>
    <dgm:cxn modelId="{7F176912-A12B-4649-9A3D-F6F175A64769}" type="presParOf" srcId="{6A472EBA-9564-4E8A-AB65-04BE1D52D185}" destId="{4BCC56AA-40E0-4E14-9854-AB7CC8063E53}" srcOrd="0" destOrd="0" presId="urn:microsoft.com/office/officeart/2005/8/layout/orgChart1"/>
    <dgm:cxn modelId="{84AAC29C-84BF-4ED5-978C-D9C202A62182}" type="presParOf" srcId="{6A472EBA-9564-4E8A-AB65-04BE1D52D185}" destId="{932CEBB9-B6FF-489C-8A26-2124D4DDB6B1}" srcOrd="1" destOrd="0" presId="urn:microsoft.com/office/officeart/2005/8/layout/orgChart1"/>
    <dgm:cxn modelId="{E8CCC9B4-0CDB-47DB-A858-38F5FF31C321}" type="presParOf" srcId="{D490700F-5655-435D-8F18-7D158A3AA6CA}" destId="{4C124702-EF68-495A-9053-B0FF6749C753}" srcOrd="1" destOrd="0" presId="urn:microsoft.com/office/officeart/2005/8/layout/orgChart1"/>
    <dgm:cxn modelId="{B74A0E36-5DDD-47D2-83B8-0D306AC620CB}" type="presParOf" srcId="{4C124702-EF68-495A-9053-B0FF6749C753}" destId="{1392CBA8-738F-4835-9FD8-6C36DA510730}" srcOrd="0" destOrd="0" presId="urn:microsoft.com/office/officeart/2005/8/layout/orgChart1"/>
    <dgm:cxn modelId="{FADC0FD9-89A0-496A-9C73-0D4D2AF0418A}" type="presParOf" srcId="{4C124702-EF68-495A-9053-B0FF6749C753}" destId="{DBD9BE27-9C2B-4AFD-AB60-5C33B3EBF506}" srcOrd="1" destOrd="0" presId="urn:microsoft.com/office/officeart/2005/8/layout/orgChart1"/>
    <dgm:cxn modelId="{A670C76B-9616-48BA-9769-EE521C4D3CA0}" type="presParOf" srcId="{DBD9BE27-9C2B-4AFD-AB60-5C33B3EBF506}" destId="{4CF6E13B-A3A5-4752-BE04-397C61C5E4EB}" srcOrd="0" destOrd="0" presId="urn:microsoft.com/office/officeart/2005/8/layout/orgChart1"/>
    <dgm:cxn modelId="{88C0A246-129C-4C79-AEA3-658615E95A20}" type="presParOf" srcId="{4CF6E13B-A3A5-4752-BE04-397C61C5E4EB}" destId="{88E23538-B0C6-4DE0-969A-688C4A33F300}" srcOrd="0" destOrd="0" presId="urn:microsoft.com/office/officeart/2005/8/layout/orgChart1"/>
    <dgm:cxn modelId="{E9F28296-13F6-40B0-A818-CDED82EC3F03}" type="presParOf" srcId="{4CF6E13B-A3A5-4752-BE04-397C61C5E4EB}" destId="{3DE78FA7-9B3F-4CE6-97D2-59A8B5AC9605}" srcOrd="1" destOrd="0" presId="urn:microsoft.com/office/officeart/2005/8/layout/orgChart1"/>
    <dgm:cxn modelId="{5A8A0902-E74F-499A-97C0-A4F764C1C1A2}" type="presParOf" srcId="{DBD9BE27-9C2B-4AFD-AB60-5C33B3EBF506}" destId="{364CBF6D-8CBD-4DD3-820D-0E27B8E3F228}" srcOrd="1" destOrd="0" presId="urn:microsoft.com/office/officeart/2005/8/layout/orgChart1"/>
    <dgm:cxn modelId="{CDD5BCF2-6A22-4125-8A7A-05EE7E4EB2DA}" type="presParOf" srcId="{DBD9BE27-9C2B-4AFD-AB60-5C33B3EBF506}" destId="{52C56C28-9437-4F57-8635-544C70265CB7}" srcOrd="2" destOrd="0" presId="urn:microsoft.com/office/officeart/2005/8/layout/orgChart1"/>
    <dgm:cxn modelId="{847E3FE0-811A-4231-9714-3D2E30B3BB74}" type="presParOf" srcId="{D490700F-5655-435D-8F18-7D158A3AA6CA}" destId="{13881D3D-45A8-4476-AA68-5C0D610BADAB}" srcOrd="2" destOrd="0" presId="urn:microsoft.com/office/officeart/2005/8/layout/orgChart1"/>
    <dgm:cxn modelId="{BA5A3E04-43BB-4DFA-9C17-877903C6E186}" type="presParOf" srcId="{29073576-5317-4FAD-92B7-95E38527E733}" destId="{FCFE6996-71FC-439B-B54D-775C26E4CAE3}" srcOrd="2" destOrd="0" presId="urn:microsoft.com/office/officeart/2005/8/layout/orgChart1"/>
    <dgm:cxn modelId="{15204B03-3E5C-42E1-9ED1-E5FC592CE69F}" type="presParOf" srcId="{0CCD2773-91AB-4260-9FFF-4610B8CC0E3F}" destId="{89A0CD5C-2C19-4235-8112-BC8895746F8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7185EF-A7B4-4BF4-85F9-08F527E63AA7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A647091-A1E5-4D8E-B477-A581DB4D9852}">
      <dgm:prSet phldrT="[Text]" custT="1"/>
      <dgm:spPr/>
      <dgm:t>
        <a:bodyPr/>
        <a:lstStyle/>
        <a:p>
          <a:pPr algn="ctr">
            <a:lnSpc>
              <a:spcPct val="100000"/>
            </a:lnSpc>
          </a:pPr>
          <a:r>
            <a:rPr lang="en-GB" sz="1400" baseline="0" smtClean="0"/>
            <a:t>Modules of the System</a:t>
          </a:r>
          <a:endParaRPr lang="en-IN" sz="1400" baseline="0" dirty="0"/>
        </a:p>
      </dgm:t>
    </dgm:pt>
    <dgm:pt modelId="{D174D7A7-A33D-4059-9BC0-FEC50D5E73B1}" type="parTrans" cxnId="{E420F542-AB6C-4BD4-B9A3-2B72F09FE074}">
      <dgm:prSet/>
      <dgm:spPr/>
      <dgm:t>
        <a:bodyPr/>
        <a:lstStyle/>
        <a:p>
          <a:endParaRPr lang="en-IN" sz="1400"/>
        </a:p>
      </dgm:t>
    </dgm:pt>
    <dgm:pt modelId="{07A25663-5E44-45E1-9857-3D28E1001228}" type="sibTrans" cxnId="{E420F542-AB6C-4BD4-B9A3-2B72F09FE074}">
      <dgm:prSet/>
      <dgm:spPr/>
      <dgm:t>
        <a:bodyPr/>
        <a:lstStyle/>
        <a:p>
          <a:endParaRPr lang="en-IN" sz="1400"/>
        </a:p>
      </dgm:t>
    </dgm:pt>
    <dgm:pt modelId="{A8E96370-0D39-458F-B35E-792950FBFA99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Authentication &amp; Authorization Module</a:t>
          </a:r>
          <a:br>
            <a:rPr lang="en-GB" sz="1400" baseline="0" smtClean="0">
              <a:latin typeface="Arial" pitchFamily="34" charset="0"/>
              <a:cs typeface="Arial" pitchFamily="34" charset="0"/>
            </a:rPr>
          </a:br>
          <a:endParaRPr lang="en-IN" sz="1400" baseline="0" dirty="0"/>
        </a:p>
      </dgm:t>
    </dgm:pt>
    <dgm:pt modelId="{6958B14A-56CA-49CA-983F-64457CD74D1B}" type="parTrans" cxnId="{E89DE48A-D138-424F-AD81-D359BC39AA19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8F0454E7-C3A6-4325-87B6-9D5C8733971F}" type="sibTrans" cxnId="{E89DE48A-D138-424F-AD81-D359BC39AA19}">
      <dgm:prSet/>
      <dgm:spPr/>
      <dgm:t>
        <a:bodyPr/>
        <a:lstStyle/>
        <a:p>
          <a:endParaRPr lang="en-IN" sz="1400"/>
        </a:p>
      </dgm:t>
    </dgm:pt>
    <dgm:pt modelId="{99FE36D6-5BB2-4354-AC26-6AB5F4C93568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Super Admin Management Module</a:t>
          </a:r>
          <a:endParaRPr lang="en-IN" sz="1400" baseline="0" dirty="0"/>
        </a:p>
      </dgm:t>
    </dgm:pt>
    <dgm:pt modelId="{A3508418-1C9D-4160-9286-6429A6309CEA}" type="parTrans" cxnId="{2AB246FB-FD62-4CF2-BFD5-069B29A0AE45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3E7954E0-6ECD-4DA1-B068-1AB1A044677D}" type="sibTrans" cxnId="{2AB246FB-FD62-4CF2-BFD5-069B29A0AE45}">
      <dgm:prSet/>
      <dgm:spPr/>
      <dgm:t>
        <a:bodyPr/>
        <a:lstStyle/>
        <a:p>
          <a:endParaRPr lang="en-IN" sz="1400"/>
        </a:p>
      </dgm:t>
    </dgm:pt>
    <dgm:pt modelId="{7F848185-E374-42C5-8166-D5D2F2A4A657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Company &amp; Subscription Module</a:t>
          </a:r>
          <a:endParaRPr lang="en-IN" sz="1400" baseline="0" dirty="0"/>
        </a:p>
      </dgm:t>
    </dgm:pt>
    <dgm:pt modelId="{7222E0C5-BCB2-4388-B54C-FD2E0FEEB568}" type="parTrans" cxnId="{DF78C614-F9DD-4706-BA44-F9042F2A7270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F7CFC45D-1641-45E2-ADC0-45C143782C99}" type="sibTrans" cxnId="{DF78C614-F9DD-4706-BA44-F9042F2A7270}">
      <dgm:prSet/>
      <dgm:spPr/>
      <dgm:t>
        <a:bodyPr/>
        <a:lstStyle/>
        <a:p>
          <a:endParaRPr lang="en-IN" sz="1400"/>
        </a:p>
      </dgm:t>
    </dgm:pt>
    <dgm:pt modelId="{D248A076-672A-4A18-9E25-1DE1ED291A4A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CRM Module (Future Scope)</a:t>
          </a:r>
          <a:br>
            <a:rPr lang="en-GB" sz="1400" baseline="0" smtClean="0">
              <a:latin typeface="Arial" pitchFamily="34" charset="0"/>
              <a:cs typeface="Arial" pitchFamily="34" charset="0"/>
            </a:rPr>
          </a:br>
          <a:endParaRPr lang="en-IN" sz="1400" baseline="0" dirty="0"/>
        </a:p>
      </dgm:t>
    </dgm:pt>
    <dgm:pt modelId="{3EECAE41-D6E7-43CB-9A04-DC0990915A00}" type="parTrans" cxnId="{2DACF693-8903-4810-8E60-7745C775CA2B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46D80107-1DCE-4DD2-8FF5-683053C627EE}" type="sibTrans" cxnId="{2DACF693-8903-4810-8E60-7745C775CA2B}">
      <dgm:prSet/>
      <dgm:spPr/>
      <dgm:t>
        <a:bodyPr/>
        <a:lstStyle/>
        <a:p>
          <a:endParaRPr lang="en-IN" sz="1400"/>
        </a:p>
      </dgm:t>
    </dgm:pt>
    <dgm:pt modelId="{74E0B2C6-E48B-4E31-A530-5039E6A6230D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Project Management Module</a:t>
          </a:r>
          <a:br>
            <a:rPr lang="en-GB" sz="1400" baseline="0" smtClean="0">
              <a:latin typeface="Arial" pitchFamily="34" charset="0"/>
              <a:cs typeface="Arial" pitchFamily="34" charset="0"/>
            </a:rPr>
          </a:br>
          <a:endParaRPr lang="en-IN" sz="1400" baseline="0" dirty="0"/>
        </a:p>
      </dgm:t>
    </dgm:pt>
    <dgm:pt modelId="{11AC3AC5-0B5D-4C69-9061-44042EBF439D}" type="parTrans" cxnId="{1E24DA36-1AE8-4B35-A7D2-FF48ABEFB14C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39FF018A-1792-428D-A029-21FEA4F43EC0}" type="sibTrans" cxnId="{1E24DA36-1AE8-4B35-A7D2-FF48ABEFB14C}">
      <dgm:prSet/>
      <dgm:spPr/>
      <dgm:t>
        <a:bodyPr/>
        <a:lstStyle/>
        <a:p>
          <a:endParaRPr lang="en-IN" sz="1400"/>
        </a:p>
      </dgm:t>
    </dgm:pt>
    <dgm:pt modelId="{6FE5BF22-DF26-41A9-91F9-DE38E7D328DB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Workspace Management Module</a:t>
          </a:r>
          <a:endParaRPr lang="en-IN" sz="1400" baseline="0" dirty="0"/>
        </a:p>
      </dgm:t>
    </dgm:pt>
    <dgm:pt modelId="{A8CA76CE-DD76-4B39-8DE7-B75DF9A5DF6E}" type="parTrans" cxnId="{1142EEB1-2384-4805-BCF6-FE150555DFD8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4E18F96A-3700-41D5-ADF8-110D002A944A}" type="sibTrans" cxnId="{1142EEB1-2384-4805-BCF6-FE150555DFD8}">
      <dgm:prSet/>
      <dgm:spPr/>
      <dgm:t>
        <a:bodyPr/>
        <a:lstStyle/>
        <a:p>
          <a:endParaRPr lang="en-IN" sz="1400"/>
        </a:p>
      </dgm:t>
    </dgm:pt>
    <dgm:pt modelId="{3B43F7C2-8724-44B1-B657-87F5F4CE9E98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Task &amp; Subtask Management Module</a:t>
          </a:r>
          <a:endParaRPr lang="en-IN" sz="1400" baseline="0" dirty="0"/>
        </a:p>
      </dgm:t>
    </dgm:pt>
    <dgm:pt modelId="{FDE205C2-A689-4D84-800F-5DB8E354F2FF}" type="parTrans" cxnId="{709E1C76-3404-4FA5-A162-331D1F8E44BC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34201E42-FD23-424E-AE93-BADD982B5C36}" type="sibTrans" cxnId="{709E1C76-3404-4FA5-A162-331D1F8E44BC}">
      <dgm:prSet/>
      <dgm:spPr/>
      <dgm:t>
        <a:bodyPr/>
        <a:lstStyle/>
        <a:p>
          <a:endParaRPr lang="en-IN" sz="1400"/>
        </a:p>
      </dgm:t>
    </dgm:pt>
    <dgm:pt modelId="{A329944A-20E3-450B-BAF1-F1168EA4BD8E}">
      <dgm:prSet phldrT="[Text]" custT="1"/>
      <dgm:spPr/>
      <dgm:t>
        <a:bodyPr/>
        <a:lstStyle/>
        <a:p>
          <a:pPr algn="l">
            <a:lnSpc>
              <a:spcPct val="100000"/>
            </a:lnSpc>
          </a:pPr>
          <a:r>
            <a:rPr lang="en-GB" sz="1400" baseline="0" smtClean="0">
              <a:latin typeface="Arial" pitchFamily="34" charset="0"/>
              <a:cs typeface="Arial" pitchFamily="34" charset="0"/>
            </a:rPr>
            <a:t>CRM Module (Future Scope)</a:t>
          </a:r>
          <a:endParaRPr lang="en-IN" sz="1400" baseline="0" dirty="0"/>
        </a:p>
      </dgm:t>
    </dgm:pt>
    <dgm:pt modelId="{75892C7A-33DA-4390-8622-976E5409F82C}" type="parTrans" cxnId="{DADDC89B-0C1A-408B-AD07-CD8321E28D06}">
      <dgm:prSet custT="1"/>
      <dgm:spPr/>
      <dgm:t>
        <a:bodyPr/>
        <a:lstStyle/>
        <a:p>
          <a:pPr algn="l">
            <a:lnSpc>
              <a:spcPct val="100000"/>
            </a:lnSpc>
          </a:pPr>
          <a:endParaRPr lang="en-IN" sz="1400" baseline="0">
            <a:solidFill>
              <a:schemeClr val="tx1"/>
            </a:solidFill>
          </a:endParaRPr>
        </a:p>
      </dgm:t>
    </dgm:pt>
    <dgm:pt modelId="{C940E10F-8DC1-4232-A32C-190005C4410A}" type="sibTrans" cxnId="{DADDC89B-0C1A-408B-AD07-CD8321E28D06}">
      <dgm:prSet/>
      <dgm:spPr/>
      <dgm:t>
        <a:bodyPr/>
        <a:lstStyle/>
        <a:p>
          <a:endParaRPr lang="en-IN" sz="1400"/>
        </a:p>
      </dgm:t>
    </dgm:pt>
    <dgm:pt modelId="{7578DFBF-40CD-4CC4-94E6-1BFE255A9DBB}" type="pres">
      <dgm:prSet presAssocID="{9A7185EF-A7B4-4BF4-85F9-08F527E63AA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FE9EEE7-03DE-4D0E-8682-E303E47F5179}" type="pres">
      <dgm:prSet presAssocID="{9A647091-A1E5-4D8E-B477-A581DB4D9852}" presName="root1" presStyleCnt="0"/>
      <dgm:spPr/>
    </dgm:pt>
    <dgm:pt modelId="{9B425A37-558C-440C-97C5-BFBBAEAC036F}" type="pres">
      <dgm:prSet presAssocID="{9A647091-A1E5-4D8E-B477-A581DB4D9852}" presName="LevelOneTextNode" presStyleLbl="node0" presStyleIdx="0" presStyleCnt="1">
        <dgm:presLayoutVars>
          <dgm:chPref val="3"/>
        </dgm:presLayoutVars>
      </dgm:prSet>
      <dgm:spPr/>
    </dgm:pt>
    <dgm:pt modelId="{C54E3B0B-B6EF-419F-ADAC-E54102F21538}" type="pres">
      <dgm:prSet presAssocID="{9A647091-A1E5-4D8E-B477-A581DB4D9852}" presName="level2hierChild" presStyleCnt="0"/>
      <dgm:spPr/>
    </dgm:pt>
    <dgm:pt modelId="{F8E7C712-0B1C-4CB9-91F1-41B39E718BA0}" type="pres">
      <dgm:prSet presAssocID="{6958B14A-56CA-49CA-983F-64457CD74D1B}" presName="conn2-1" presStyleLbl="parChTrans1D2" presStyleIdx="0" presStyleCnt="8"/>
      <dgm:spPr/>
    </dgm:pt>
    <dgm:pt modelId="{0694F629-11BB-4B84-B212-FBC34BEC60E0}" type="pres">
      <dgm:prSet presAssocID="{6958B14A-56CA-49CA-983F-64457CD74D1B}" presName="connTx" presStyleLbl="parChTrans1D2" presStyleIdx="0" presStyleCnt="8"/>
      <dgm:spPr/>
    </dgm:pt>
    <dgm:pt modelId="{21B82633-04F2-4F97-A178-E7DB39749368}" type="pres">
      <dgm:prSet presAssocID="{A8E96370-0D39-458F-B35E-792950FBFA99}" presName="root2" presStyleCnt="0"/>
      <dgm:spPr/>
    </dgm:pt>
    <dgm:pt modelId="{37370112-9997-477D-99D7-344826A59EA7}" type="pres">
      <dgm:prSet presAssocID="{A8E96370-0D39-458F-B35E-792950FBFA99}" presName="LevelTwoTextNode" presStyleLbl="node2" presStyleIdx="0" presStyleCnt="8">
        <dgm:presLayoutVars>
          <dgm:chPref val="3"/>
        </dgm:presLayoutVars>
      </dgm:prSet>
      <dgm:spPr/>
    </dgm:pt>
    <dgm:pt modelId="{63812923-9A53-4A18-9139-D6C209A4F754}" type="pres">
      <dgm:prSet presAssocID="{A8E96370-0D39-458F-B35E-792950FBFA99}" presName="level3hierChild" presStyleCnt="0"/>
      <dgm:spPr/>
    </dgm:pt>
    <dgm:pt modelId="{A2220B38-D8BA-4125-A34F-39012AD3EDEF}" type="pres">
      <dgm:prSet presAssocID="{A3508418-1C9D-4160-9286-6429A6309CEA}" presName="conn2-1" presStyleLbl="parChTrans1D2" presStyleIdx="1" presStyleCnt="8"/>
      <dgm:spPr/>
    </dgm:pt>
    <dgm:pt modelId="{B712AFEB-E711-4E62-8E68-02671E9A1448}" type="pres">
      <dgm:prSet presAssocID="{A3508418-1C9D-4160-9286-6429A6309CEA}" presName="connTx" presStyleLbl="parChTrans1D2" presStyleIdx="1" presStyleCnt="8"/>
      <dgm:spPr/>
    </dgm:pt>
    <dgm:pt modelId="{F6CD5888-3D7F-4733-AEDE-13BFAF7669A2}" type="pres">
      <dgm:prSet presAssocID="{99FE36D6-5BB2-4354-AC26-6AB5F4C93568}" presName="root2" presStyleCnt="0"/>
      <dgm:spPr/>
    </dgm:pt>
    <dgm:pt modelId="{EA86015B-B8BE-409D-899B-241EF9CD5561}" type="pres">
      <dgm:prSet presAssocID="{99FE36D6-5BB2-4354-AC26-6AB5F4C93568}" presName="LevelTwoTextNode" presStyleLbl="node2" presStyleIdx="1" presStyleCnt="8">
        <dgm:presLayoutVars>
          <dgm:chPref val="3"/>
        </dgm:presLayoutVars>
      </dgm:prSet>
      <dgm:spPr/>
    </dgm:pt>
    <dgm:pt modelId="{D4D44519-F3B1-4C5F-845C-7F5680AE59AA}" type="pres">
      <dgm:prSet presAssocID="{99FE36D6-5BB2-4354-AC26-6AB5F4C93568}" presName="level3hierChild" presStyleCnt="0"/>
      <dgm:spPr/>
    </dgm:pt>
    <dgm:pt modelId="{597A206D-F7E2-434C-8C92-E1CE53AED57A}" type="pres">
      <dgm:prSet presAssocID="{7222E0C5-BCB2-4388-B54C-FD2E0FEEB568}" presName="conn2-1" presStyleLbl="parChTrans1D2" presStyleIdx="2" presStyleCnt="8"/>
      <dgm:spPr/>
    </dgm:pt>
    <dgm:pt modelId="{905A51B3-7C07-4F18-94EA-E41833E0D690}" type="pres">
      <dgm:prSet presAssocID="{7222E0C5-BCB2-4388-B54C-FD2E0FEEB568}" presName="connTx" presStyleLbl="parChTrans1D2" presStyleIdx="2" presStyleCnt="8"/>
      <dgm:spPr/>
    </dgm:pt>
    <dgm:pt modelId="{838F6855-316D-4E9F-A5AA-BA62E9328B00}" type="pres">
      <dgm:prSet presAssocID="{7F848185-E374-42C5-8166-D5D2F2A4A657}" presName="root2" presStyleCnt="0"/>
      <dgm:spPr/>
    </dgm:pt>
    <dgm:pt modelId="{A616DFDA-D563-4DDF-BFBF-3ECEEDDEA7DF}" type="pres">
      <dgm:prSet presAssocID="{7F848185-E374-42C5-8166-D5D2F2A4A657}" presName="LevelTwoTextNode" presStyleLbl="node2" presStyleIdx="2" presStyleCnt="8">
        <dgm:presLayoutVars>
          <dgm:chPref val="3"/>
        </dgm:presLayoutVars>
      </dgm:prSet>
      <dgm:spPr/>
    </dgm:pt>
    <dgm:pt modelId="{82FABB40-9FD8-45B0-B37D-46F007467A48}" type="pres">
      <dgm:prSet presAssocID="{7F848185-E374-42C5-8166-D5D2F2A4A657}" presName="level3hierChild" presStyleCnt="0"/>
      <dgm:spPr/>
    </dgm:pt>
    <dgm:pt modelId="{DB39E224-5B53-44D0-95D4-2B51C61F53DB}" type="pres">
      <dgm:prSet presAssocID="{FDE205C2-A689-4D84-800F-5DB8E354F2FF}" presName="conn2-1" presStyleLbl="parChTrans1D2" presStyleIdx="3" presStyleCnt="8"/>
      <dgm:spPr/>
    </dgm:pt>
    <dgm:pt modelId="{7DFFCB09-F4E5-4F12-84F0-196425383D68}" type="pres">
      <dgm:prSet presAssocID="{FDE205C2-A689-4D84-800F-5DB8E354F2FF}" presName="connTx" presStyleLbl="parChTrans1D2" presStyleIdx="3" presStyleCnt="8"/>
      <dgm:spPr/>
    </dgm:pt>
    <dgm:pt modelId="{24CB9188-0C4F-49F6-AFB7-EF12A1926383}" type="pres">
      <dgm:prSet presAssocID="{3B43F7C2-8724-44B1-B657-87F5F4CE9E98}" presName="root2" presStyleCnt="0"/>
      <dgm:spPr/>
    </dgm:pt>
    <dgm:pt modelId="{83EBE046-1244-4486-B34B-5A768028191C}" type="pres">
      <dgm:prSet presAssocID="{3B43F7C2-8724-44B1-B657-87F5F4CE9E98}" presName="LevelTwoTextNode" presStyleLbl="node2" presStyleIdx="3" presStyleCnt="8">
        <dgm:presLayoutVars>
          <dgm:chPref val="3"/>
        </dgm:presLayoutVars>
      </dgm:prSet>
      <dgm:spPr/>
    </dgm:pt>
    <dgm:pt modelId="{133287BA-03CC-4BF1-A7FC-5EF2E46375A2}" type="pres">
      <dgm:prSet presAssocID="{3B43F7C2-8724-44B1-B657-87F5F4CE9E98}" presName="level3hierChild" presStyleCnt="0"/>
      <dgm:spPr/>
    </dgm:pt>
    <dgm:pt modelId="{30BC91BA-B6D8-4710-BD8E-35EBD7E49939}" type="pres">
      <dgm:prSet presAssocID="{75892C7A-33DA-4390-8622-976E5409F82C}" presName="conn2-1" presStyleLbl="parChTrans1D2" presStyleIdx="4" presStyleCnt="8"/>
      <dgm:spPr/>
    </dgm:pt>
    <dgm:pt modelId="{BFEFAA74-3C63-4867-91F9-C845D63B7F4C}" type="pres">
      <dgm:prSet presAssocID="{75892C7A-33DA-4390-8622-976E5409F82C}" presName="connTx" presStyleLbl="parChTrans1D2" presStyleIdx="4" presStyleCnt="8"/>
      <dgm:spPr/>
    </dgm:pt>
    <dgm:pt modelId="{3E86E44B-8FA2-4BBB-AE1F-375B1095C2A6}" type="pres">
      <dgm:prSet presAssocID="{A329944A-20E3-450B-BAF1-F1168EA4BD8E}" presName="root2" presStyleCnt="0"/>
      <dgm:spPr/>
    </dgm:pt>
    <dgm:pt modelId="{C82CABD5-1F34-4272-AC01-9CF1DB49A5A6}" type="pres">
      <dgm:prSet presAssocID="{A329944A-20E3-450B-BAF1-F1168EA4BD8E}" presName="LevelTwoTextNode" presStyleLbl="node2" presStyleIdx="4" presStyleCnt="8">
        <dgm:presLayoutVars>
          <dgm:chPref val="3"/>
        </dgm:presLayoutVars>
      </dgm:prSet>
      <dgm:spPr/>
    </dgm:pt>
    <dgm:pt modelId="{D9863FD7-63B6-4654-A451-BC25E4D7B85A}" type="pres">
      <dgm:prSet presAssocID="{A329944A-20E3-450B-BAF1-F1168EA4BD8E}" presName="level3hierChild" presStyleCnt="0"/>
      <dgm:spPr/>
    </dgm:pt>
    <dgm:pt modelId="{20143674-014D-4F4A-BE8A-9EFDA0B08060}" type="pres">
      <dgm:prSet presAssocID="{A8CA76CE-DD76-4B39-8DE7-B75DF9A5DF6E}" presName="conn2-1" presStyleLbl="parChTrans1D2" presStyleIdx="5" presStyleCnt="8"/>
      <dgm:spPr/>
    </dgm:pt>
    <dgm:pt modelId="{235974C2-B330-41CD-85A2-57979FCB4525}" type="pres">
      <dgm:prSet presAssocID="{A8CA76CE-DD76-4B39-8DE7-B75DF9A5DF6E}" presName="connTx" presStyleLbl="parChTrans1D2" presStyleIdx="5" presStyleCnt="8"/>
      <dgm:spPr/>
    </dgm:pt>
    <dgm:pt modelId="{95CAE718-BD57-4633-8C88-BCEE0127BF7C}" type="pres">
      <dgm:prSet presAssocID="{6FE5BF22-DF26-41A9-91F9-DE38E7D328DB}" presName="root2" presStyleCnt="0"/>
      <dgm:spPr/>
    </dgm:pt>
    <dgm:pt modelId="{6A83E02C-174D-4E19-A374-242A9F4FEB7D}" type="pres">
      <dgm:prSet presAssocID="{6FE5BF22-DF26-41A9-91F9-DE38E7D328DB}" presName="LevelTwoTextNode" presStyleLbl="node2" presStyleIdx="5" presStyleCnt="8">
        <dgm:presLayoutVars>
          <dgm:chPref val="3"/>
        </dgm:presLayoutVars>
      </dgm:prSet>
      <dgm:spPr/>
    </dgm:pt>
    <dgm:pt modelId="{C55F12D5-AE95-4C0A-8DC8-91D0C04BE771}" type="pres">
      <dgm:prSet presAssocID="{6FE5BF22-DF26-41A9-91F9-DE38E7D328DB}" presName="level3hierChild" presStyleCnt="0"/>
      <dgm:spPr/>
    </dgm:pt>
    <dgm:pt modelId="{27D9AE34-F6A2-4EF2-9C12-718A84A7BBBE}" type="pres">
      <dgm:prSet presAssocID="{11AC3AC5-0B5D-4C69-9061-44042EBF439D}" presName="conn2-1" presStyleLbl="parChTrans1D2" presStyleIdx="6" presStyleCnt="8"/>
      <dgm:spPr/>
    </dgm:pt>
    <dgm:pt modelId="{77D166D7-AAE3-4169-9975-35FF86FE5781}" type="pres">
      <dgm:prSet presAssocID="{11AC3AC5-0B5D-4C69-9061-44042EBF439D}" presName="connTx" presStyleLbl="parChTrans1D2" presStyleIdx="6" presStyleCnt="8"/>
      <dgm:spPr/>
    </dgm:pt>
    <dgm:pt modelId="{7285B227-1D84-45F6-BD0B-6D0859C1494B}" type="pres">
      <dgm:prSet presAssocID="{74E0B2C6-E48B-4E31-A530-5039E6A6230D}" presName="root2" presStyleCnt="0"/>
      <dgm:spPr/>
    </dgm:pt>
    <dgm:pt modelId="{6ADF4B64-9FB3-46A4-8235-571FB45AB5F5}" type="pres">
      <dgm:prSet presAssocID="{74E0B2C6-E48B-4E31-A530-5039E6A6230D}" presName="LevelTwoTextNode" presStyleLbl="node2" presStyleIdx="6" presStyleCnt="8">
        <dgm:presLayoutVars>
          <dgm:chPref val="3"/>
        </dgm:presLayoutVars>
      </dgm:prSet>
      <dgm:spPr/>
    </dgm:pt>
    <dgm:pt modelId="{CFA00F85-EA71-4CBF-A954-EF1ED63FAFD0}" type="pres">
      <dgm:prSet presAssocID="{74E0B2C6-E48B-4E31-A530-5039E6A6230D}" presName="level3hierChild" presStyleCnt="0"/>
      <dgm:spPr/>
    </dgm:pt>
    <dgm:pt modelId="{3DF0605D-A968-4D9A-84B7-694C526403FE}" type="pres">
      <dgm:prSet presAssocID="{3EECAE41-D6E7-43CB-9A04-DC0990915A00}" presName="conn2-1" presStyleLbl="parChTrans1D2" presStyleIdx="7" presStyleCnt="8"/>
      <dgm:spPr/>
    </dgm:pt>
    <dgm:pt modelId="{5FBF012F-1983-4F72-86AB-4D74EAF691D2}" type="pres">
      <dgm:prSet presAssocID="{3EECAE41-D6E7-43CB-9A04-DC0990915A00}" presName="connTx" presStyleLbl="parChTrans1D2" presStyleIdx="7" presStyleCnt="8"/>
      <dgm:spPr/>
    </dgm:pt>
    <dgm:pt modelId="{21C5938B-3199-4A92-BB68-D89A26E2AAD1}" type="pres">
      <dgm:prSet presAssocID="{D248A076-672A-4A18-9E25-1DE1ED291A4A}" presName="root2" presStyleCnt="0"/>
      <dgm:spPr/>
    </dgm:pt>
    <dgm:pt modelId="{94ED6941-296A-43C1-B5F3-1126B885223E}" type="pres">
      <dgm:prSet presAssocID="{D248A076-672A-4A18-9E25-1DE1ED291A4A}" presName="LevelTwoTextNode" presStyleLbl="node2" presStyleIdx="7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B42F8E1-6281-4EDF-B34F-C24C24D20778}" type="pres">
      <dgm:prSet presAssocID="{D248A076-672A-4A18-9E25-1DE1ED291A4A}" presName="level3hierChild" presStyleCnt="0"/>
      <dgm:spPr/>
    </dgm:pt>
  </dgm:ptLst>
  <dgm:cxnLst>
    <dgm:cxn modelId="{DADDC89B-0C1A-408B-AD07-CD8321E28D06}" srcId="{9A647091-A1E5-4D8E-B477-A581DB4D9852}" destId="{A329944A-20E3-450B-BAF1-F1168EA4BD8E}" srcOrd="4" destOrd="0" parTransId="{75892C7A-33DA-4390-8622-976E5409F82C}" sibTransId="{C940E10F-8DC1-4232-A32C-190005C4410A}"/>
    <dgm:cxn modelId="{C6D5DA3B-099A-4BA1-A4DE-147DBB9EB79D}" type="presOf" srcId="{A3508418-1C9D-4160-9286-6429A6309CEA}" destId="{B712AFEB-E711-4E62-8E68-02671E9A1448}" srcOrd="1" destOrd="0" presId="urn:microsoft.com/office/officeart/2008/layout/HorizontalMultiLevelHierarchy"/>
    <dgm:cxn modelId="{CD571DFA-CB57-4C3E-BF95-807F70B3B474}" type="presOf" srcId="{A3508418-1C9D-4160-9286-6429A6309CEA}" destId="{A2220B38-D8BA-4125-A34F-39012AD3EDEF}" srcOrd="0" destOrd="0" presId="urn:microsoft.com/office/officeart/2008/layout/HorizontalMultiLevelHierarchy"/>
    <dgm:cxn modelId="{DF78C614-F9DD-4706-BA44-F9042F2A7270}" srcId="{9A647091-A1E5-4D8E-B477-A581DB4D9852}" destId="{7F848185-E374-42C5-8166-D5D2F2A4A657}" srcOrd="2" destOrd="0" parTransId="{7222E0C5-BCB2-4388-B54C-FD2E0FEEB568}" sibTransId="{F7CFC45D-1641-45E2-ADC0-45C143782C99}"/>
    <dgm:cxn modelId="{1789BF2B-41E8-408E-9C8D-EC7B3FA0F53C}" type="presOf" srcId="{FDE205C2-A689-4D84-800F-5DB8E354F2FF}" destId="{DB39E224-5B53-44D0-95D4-2B51C61F53DB}" srcOrd="0" destOrd="0" presId="urn:microsoft.com/office/officeart/2008/layout/HorizontalMultiLevelHierarchy"/>
    <dgm:cxn modelId="{5C96579E-9A7E-4DAF-BE68-989A381B2510}" type="presOf" srcId="{6958B14A-56CA-49CA-983F-64457CD74D1B}" destId="{F8E7C712-0B1C-4CB9-91F1-41B39E718BA0}" srcOrd="0" destOrd="0" presId="urn:microsoft.com/office/officeart/2008/layout/HorizontalMultiLevelHierarchy"/>
    <dgm:cxn modelId="{4F30FF52-A27C-4644-AF0A-600D8168E809}" type="presOf" srcId="{7222E0C5-BCB2-4388-B54C-FD2E0FEEB568}" destId="{597A206D-F7E2-434C-8C92-E1CE53AED57A}" srcOrd="0" destOrd="0" presId="urn:microsoft.com/office/officeart/2008/layout/HorizontalMultiLevelHierarchy"/>
    <dgm:cxn modelId="{C3FE8370-8A2B-4801-ACED-1F56106DA227}" type="presOf" srcId="{75892C7A-33DA-4390-8622-976E5409F82C}" destId="{BFEFAA74-3C63-4867-91F9-C845D63B7F4C}" srcOrd="1" destOrd="0" presId="urn:microsoft.com/office/officeart/2008/layout/HorizontalMultiLevelHierarchy"/>
    <dgm:cxn modelId="{E89DE48A-D138-424F-AD81-D359BC39AA19}" srcId="{9A647091-A1E5-4D8E-B477-A581DB4D9852}" destId="{A8E96370-0D39-458F-B35E-792950FBFA99}" srcOrd="0" destOrd="0" parTransId="{6958B14A-56CA-49CA-983F-64457CD74D1B}" sibTransId="{8F0454E7-C3A6-4325-87B6-9D5C8733971F}"/>
    <dgm:cxn modelId="{DF3F4396-A231-4793-9B2F-21BC23A961F0}" type="presOf" srcId="{D248A076-672A-4A18-9E25-1DE1ED291A4A}" destId="{94ED6941-296A-43C1-B5F3-1126B885223E}" srcOrd="0" destOrd="0" presId="urn:microsoft.com/office/officeart/2008/layout/HorizontalMultiLevelHierarchy"/>
    <dgm:cxn modelId="{2DACF693-8903-4810-8E60-7745C775CA2B}" srcId="{9A647091-A1E5-4D8E-B477-A581DB4D9852}" destId="{D248A076-672A-4A18-9E25-1DE1ED291A4A}" srcOrd="7" destOrd="0" parTransId="{3EECAE41-D6E7-43CB-9A04-DC0990915A00}" sibTransId="{46D80107-1DCE-4DD2-8FF5-683053C627EE}"/>
    <dgm:cxn modelId="{1142EEB1-2384-4805-BCF6-FE150555DFD8}" srcId="{9A647091-A1E5-4D8E-B477-A581DB4D9852}" destId="{6FE5BF22-DF26-41A9-91F9-DE38E7D328DB}" srcOrd="5" destOrd="0" parTransId="{A8CA76CE-DD76-4B39-8DE7-B75DF9A5DF6E}" sibTransId="{4E18F96A-3700-41D5-ADF8-110D002A944A}"/>
    <dgm:cxn modelId="{4520E5A9-1FEC-4DA6-83DF-C873CFFE06C4}" type="presOf" srcId="{6FE5BF22-DF26-41A9-91F9-DE38E7D328DB}" destId="{6A83E02C-174D-4E19-A374-242A9F4FEB7D}" srcOrd="0" destOrd="0" presId="urn:microsoft.com/office/officeart/2008/layout/HorizontalMultiLevelHierarchy"/>
    <dgm:cxn modelId="{2AB246FB-FD62-4CF2-BFD5-069B29A0AE45}" srcId="{9A647091-A1E5-4D8E-B477-A581DB4D9852}" destId="{99FE36D6-5BB2-4354-AC26-6AB5F4C93568}" srcOrd="1" destOrd="0" parTransId="{A3508418-1C9D-4160-9286-6429A6309CEA}" sibTransId="{3E7954E0-6ECD-4DA1-B068-1AB1A044677D}"/>
    <dgm:cxn modelId="{709E1C76-3404-4FA5-A162-331D1F8E44BC}" srcId="{9A647091-A1E5-4D8E-B477-A581DB4D9852}" destId="{3B43F7C2-8724-44B1-B657-87F5F4CE9E98}" srcOrd="3" destOrd="0" parTransId="{FDE205C2-A689-4D84-800F-5DB8E354F2FF}" sibTransId="{34201E42-FD23-424E-AE93-BADD982B5C36}"/>
    <dgm:cxn modelId="{EB0E1D5A-4626-4854-9E56-C9EEDEC8DC97}" type="presOf" srcId="{75892C7A-33DA-4390-8622-976E5409F82C}" destId="{30BC91BA-B6D8-4710-BD8E-35EBD7E49939}" srcOrd="0" destOrd="0" presId="urn:microsoft.com/office/officeart/2008/layout/HorizontalMultiLevelHierarchy"/>
    <dgm:cxn modelId="{15CE2805-D08E-4CAA-A4F9-E326EC6347EC}" type="presOf" srcId="{3EECAE41-D6E7-43CB-9A04-DC0990915A00}" destId="{5FBF012F-1983-4F72-86AB-4D74EAF691D2}" srcOrd="1" destOrd="0" presId="urn:microsoft.com/office/officeart/2008/layout/HorizontalMultiLevelHierarchy"/>
    <dgm:cxn modelId="{E53B4B03-6BA6-43C5-9BBB-91631FEA8342}" type="presOf" srcId="{A8CA76CE-DD76-4B39-8DE7-B75DF9A5DF6E}" destId="{235974C2-B330-41CD-85A2-57979FCB4525}" srcOrd="1" destOrd="0" presId="urn:microsoft.com/office/officeart/2008/layout/HorizontalMultiLevelHierarchy"/>
    <dgm:cxn modelId="{E1A5391F-173F-47F6-982B-BA8EFAA8FCC9}" type="presOf" srcId="{7F848185-E374-42C5-8166-D5D2F2A4A657}" destId="{A616DFDA-D563-4DDF-BFBF-3ECEEDDEA7DF}" srcOrd="0" destOrd="0" presId="urn:microsoft.com/office/officeart/2008/layout/HorizontalMultiLevelHierarchy"/>
    <dgm:cxn modelId="{FC20D1AB-EA72-41D3-86A6-1C5EC992BC37}" type="presOf" srcId="{3EECAE41-D6E7-43CB-9A04-DC0990915A00}" destId="{3DF0605D-A968-4D9A-84B7-694C526403FE}" srcOrd="0" destOrd="0" presId="urn:microsoft.com/office/officeart/2008/layout/HorizontalMultiLevelHierarchy"/>
    <dgm:cxn modelId="{A7EAB5E3-7841-48F2-8F40-37AE5FE703F4}" type="presOf" srcId="{9A647091-A1E5-4D8E-B477-A581DB4D9852}" destId="{9B425A37-558C-440C-97C5-BFBBAEAC036F}" srcOrd="0" destOrd="0" presId="urn:microsoft.com/office/officeart/2008/layout/HorizontalMultiLevelHierarchy"/>
    <dgm:cxn modelId="{D22527C5-5E60-446B-B0C0-AEB1A8C886CB}" type="presOf" srcId="{A329944A-20E3-450B-BAF1-F1168EA4BD8E}" destId="{C82CABD5-1F34-4272-AC01-9CF1DB49A5A6}" srcOrd="0" destOrd="0" presId="urn:microsoft.com/office/officeart/2008/layout/HorizontalMultiLevelHierarchy"/>
    <dgm:cxn modelId="{0A48658D-79BE-465F-B75F-F5634533D710}" type="presOf" srcId="{9A7185EF-A7B4-4BF4-85F9-08F527E63AA7}" destId="{7578DFBF-40CD-4CC4-94E6-1BFE255A9DBB}" srcOrd="0" destOrd="0" presId="urn:microsoft.com/office/officeart/2008/layout/HorizontalMultiLevelHierarchy"/>
    <dgm:cxn modelId="{804AB9A6-74C8-4C82-8855-D8C074945687}" type="presOf" srcId="{A8CA76CE-DD76-4B39-8DE7-B75DF9A5DF6E}" destId="{20143674-014D-4F4A-BE8A-9EFDA0B08060}" srcOrd="0" destOrd="0" presId="urn:microsoft.com/office/officeart/2008/layout/HorizontalMultiLevelHierarchy"/>
    <dgm:cxn modelId="{036B2145-8E93-4255-B37C-4F719875D72D}" type="presOf" srcId="{6958B14A-56CA-49CA-983F-64457CD74D1B}" destId="{0694F629-11BB-4B84-B212-FBC34BEC60E0}" srcOrd="1" destOrd="0" presId="urn:microsoft.com/office/officeart/2008/layout/HorizontalMultiLevelHierarchy"/>
    <dgm:cxn modelId="{55D1BDDC-3CB2-4E5C-AC16-E9D8D04A2DA6}" type="presOf" srcId="{11AC3AC5-0B5D-4C69-9061-44042EBF439D}" destId="{77D166D7-AAE3-4169-9975-35FF86FE5781}" srcOrd="1" destOrd="0" presId="urn:microsoft.com/office/officeart/2008/layout/HorizontalMultiLevelHierarchy"/>
    <dgm:cxn modelId="{C54A26AB-7030-424A-A553-3AE2D351A133}" type="presOf" srcId="{3B43F7C2-8724-44B1-B657-87F5F4CE9E98}" destId="{83EBE046-1244-4486-B34B-5A768028191C}" srcOrd="0" destOrd="0" presId="urn:microsoft.com/office/officeart/2008/layout/HorizontalMultiLevelHierarchy"/>
    <dgm:cxn modelId="{5DCAC237-A003-4FD9-B153-B2D29FFF38C0}" type="presOf" srcId="{74E0B2C6-E48B-4E31-A530-5039E6A6230D}" destId="{6ADF4B64-9FB3-46A4-8235-571FB45AB5F5}" srcOrd="0" destOrd="0" presId="urn:microsoft.com/office/officeart/2008/layout/HorizontalMultiLevelHierarchy"/>
    <dgm:cxn modelId="{F6BB6068-A88D-45F6-8B0F-0397602C3EFF}" type="presOf" srcId="{FDE205C2-A689-4D84-800F-5DB8E354F2FF}" destId="{7DFFCB09-F4E5-4F12-84F0-196425383D68}" srcOrd="1" destOrd="0" presId="urn:microsoft.com/office/officeart/2008/layout/HorizontalMultiLevelHierarchy"/>
    <dgm:cxn modelId="{E420F542-AB6C-4BD4-B9A3-2B72F09FE074}" srcId="{9A7185EF-A7B4-4BF4-85F9-08F527E63AA7}" destId="{9A647091-A1E5-4D8E-B477-A581DB4D9852}" srcOrd="0" destOrd="0" parTransId="{D174D7A7-A33D-4059-9BC0-FEC50D5E73B1}" sibTransId="{07A25663-5E44-45E1-9857-3D28E1001228}"/>
    <dgm:cxn modelId="{76B7AC77-310B-446E-BB2F-6D15575D9717}" type="presOf" srcId="{99FE36D6-5BB2-4354-AC26-6AB5F4C93568}" destId="{EA86015B-B8BE-409D-899B-241EF9CD5561}" srcOrd="0" destOrd="0" presId="urn:microsoft.com/office/officeart/2008/layout/HorizontalMultiLevelHierarchy"/>
    <dgm:cxn modelId="{74727316-02AB-4A79-A99D-516E4678FB4D}" type="presOf" srcId="{11AC3AC5-0B5D-4C69-9061-44042EBF439D}" destId="{27D9AE34-F6A2-4EF2-9C12-718A84A7BBBE}" srcOrd="0" destOrd="0" presId="urn:microsoft.com/office/officeart/2008/layout/HorizontalMultiLevelHierarchy"/>
    <dgm:cxn modelId="{1E24DA36-1AE8-4B35-A7D2-FF48ABEFB14C}" srcId="{9A647091-A1E5-4D8E-B477-A581DB4D9852}" destId="{74E0B2C6-E48B-4E31-A530-5039E6A6230D}" srcOrd="6" destOrd="0" parTransId="{11AC3AC5-0B5D-4C69-9061-44042EBF439D}" sibTransId="{39FF018A-1792-428D-A029-21FEA4F43EC0}"/>
    <dgm:cxn modelId="{3E7B68BC-4D90-49A1-B387-B10352FEA120}" type="presOf" srcId="{A8E96370-0D39-458F-B35E-792950FBFA99}" destId="{37370112-9997-477D-99D7-344826A59EA7}" srcOrd="0" destOrd="0" presId="urn:microsoft.com/office/officeart/2008/layout/HorizontalMultiLevelHierarchy"/>
    <dgm:cxn modelId="{5CCDD232-268A-4D26-9FAD-6A4EC606C04B}" type="presOf" srcId="{7222E0C5-BCB2-4388-B54C-FD2E0FEEB568}" destId="{905A51B3-7C07-4F18-94EA-E41833E0D690}" srcOrd="1" destOrd="0" presId="urn:microsoft.com/office/officeart/2008/layout/HorizontalMultiLevelHierarchy"/>
    <dgm:cxn modelId="{0237F341-1C13-4752-A6CD-6F9CEB79E1E3}" type="presParOf" srcId="{7578DFBF-40CD-4CC4-94E6-1BFE255A9DBB}" destId="{CFE9EEE7-03DE-4D0E-8682-E303E47F5179}" srcOrd="0" destOrd="0" presId="urn:microsoft.com/office/officeart/2008/layout/HorizontalMultiLevelHierarchy"/>
    <dgm:cxn modelId="{5851955F-1489-4219-BFA4-46D4887F9997}" type="presParOf" srcId="{CFE9EEE7-03DE-4D0E-8682-E303E47F5179}" destId="{9B425A37-558C-440C-97C5-BFBBAEAC036F}" srcOrd="0" destOrd="0" presId="urn:microsoft.com/office/officeart/2008/layout/HorizontalMultiLevelHierarchy"/>
    <dgm:cxn modelId="{7F788031-71FA-4C59-A679-28FEE6458A87}" type="presParOf" srcId="{CFE9EEE7-03DE-4D0E-8682-E303E47F5179}" destId="{C54E3B0B-B6EF-419F-ADAC-E54102F21538}" srcOrd="1" destOrd="0" presId="urn:microsoft.com/office/officeart/2008/layout/HorizontalMultiLevelHierarchy"/>
    <dgm:cxn modelId="{1769F425-4997-44D3-B405-0102B6349E33}" type="presParOf" srcId="{C54E3B0B-B6EF-419F-ADAC-E54102F21538}" destId="{F8E7C712-0B1C-4CB9-91F1-41B39E718BA0}" srcOrd="0" destOrd="0" presId="urn:microsoft.com/office/officeart/2008/layout/HorizontalMultiLevelHierarchy"/>
    <dgm:cxn modelId="{3F4F9B7A-33FF-4C18-A600-E1891CC50A47}" type="presParOf" srcId="{F8E7C712-0B1C-4CB9-91F1-41B39E718BA0}" destId="{0694F629-11BB-4B84-B212-FBC34BEC60E0}" srcOrd="0" destOrd="0" presId="urn:microsoft.com/office/officeart/2008/layout/HorizontalMultiLevelHierarchy"/>
    <dgm:cxn modelId="{34A8E0F7-45A4-4D3A-9C2C-2C17927A4AD2}" type="presParOf" srcId="{C54E3B0B-B6EF-419F-ADAC-E54102F21538}" destId="{21B82633-04F2-4F97-A178-E7DB39749368}" srcOrd="1" destOrd="0" presId="urn:microsoft.com/office/officeart/2008/layout/HorizontalMultiLevelHierarchy"/>
    <dgm:cxn modelId="{F2898588-BBC9-4D35-A4A0-F0C03A1181E5}" type="presParOf" srcId="{21B82633-04F2-4F97-A178-E7DB39749368}" destId="{37370112-9997-477D-99D7-344826A59EA7}" srcOrd="0" destOrd="0" presId="urn:microsoft.com/office/officeart/2008/layout/HorizontalMultiLevelHierarchy"/>
    <dgm:cxn modelId="{801ABA6C-744E-45A1-B805-D29F73AAFB86}" type="presParOf" srcId="{21B82633-04F2-4F97-A178-E7DB39749368}" destId="{63812923-9A53-4A18-9139-D6C209A4F754}" srcOrd="1" destOrd="0" presId="urn:microsoft.com/office/officeart/2008/layout/HorizontalMultiLevelHierarchy"/>
    <dgm:cxn modelId="{7E2D4F5C-FBE6-45B7-BE15-1EBF83052D0A}" type="presParOf" srcId="{C54E3B0B-B6EF-419F-ADAC-E54102F21538}" destId="{A2220B38-D8BA-4125-A34F-39012AD3EDEF}" srcOrd="2" destOrd="0" presId="urn:microsoft.com/office/officeart/2008/layout/HorizontalMultiLevelHierarchy"/>
    <dgm:cxn modelId="{FAD9E73B-A604-4BBF-ADEC-56035C11D89A}" type="presParOf" srcId="{A2220B38-D8BA-4125-A34F-39012AD3EDEF}" destId="{B712AFEB-E711-4E62-8E68-02671E9A1448}" srcOrd="0" destOrd="0" presId="urn:microsoft.com/office/officeart/2008/layout/HorizontalMultiLevelHierarchy"/>
    <dgm:cxn modelId="{2BD08A7F-0C2A-4A37-8BB9-59941E011DD8}" type="presParOf" srcId="{C54E3B0B-B6EF-419F-ADAC-E54102F21538}" destId="{F6CD5888-3D7F-4733-AEDE-13BFAF7669A2}" srcOrd="3" destOrd="0" presId="urn:microsoft.com/office/officeart/2008/layout/HorizontalMultiLevelHierarchy"/>
    <dgm:cxn modelId="{6ACBC8D8-5B7F-4896-AA07-ACE819994643}" type="presParOf" srcId="{F6CD5888-3D7F-4733-AEDE-13BFAF7669A2}" destId="{EA86015B-B8BE-409D-899B-241EF9CD5561}" srcOrd="0" destOrd="0" presId="urn:microsoft.com/office/officeart/2008/layout/HorizontalMultiLevelHierarchy"/>
    <dgm:cxn modelId="{9057D787-1F79-45C0-8CA4-D273E545929E}" type="presParOf" srcId="{F6CD5888-3D7F-4733-AEDE-13BFAF7669A2}" destId="{D4D44519-F3B1-4C5F-845C-7F5680AE59AA}" srcOrd="1" destOrd="0" presId="urn:microsoft.com/office/officeart/2008/layout/HorizontalMultiLevelHierarchy"/>
    <dgm:cxn modelId="{8339CA0B-144C-45EC-965E-3893A0FDA26C}" type="presParOf" srcId="{C54E3B0B-B6EF-419F-ADAC-E54102F21538}" destId="{597A206D-F7E2-434C-8C92-E1CE53AED57A}" srcOrd="4" destOrd="0" presId="urn:microsoft.com/office/officeart/2008/layout/HorizontalMultiLevelHierarchy"/>
    <dgm:cxn modelId="{156C75BB-D187-473B-B48B-51BBE36260DA}" type="presParOf" srcId="{597A206D-F7E2-434C-8C92-E1CE53AED57A}" destId="{905A51B3-7C07-4F18-94EA-E41833E0D690}" srcOrd="0" destOrd="0" presId="urn:microsoft.com/office/officeart/2008/layout/HorizontalMultiLevelHierarchy"/>
    <dgm:cxn modelId="{C7A4DB1F-2314-4680-981E-E8CBEA80C333}" type="presParOf" srcId="{C54E3B0B-B6EF-419F-ADAC-E54102F21538}" destId="{838F6855-316D-4E9F-A5AA-BA62E9328B00}" srcOrd="5" destOrd="0" presId="urn:microsoft.com/office/officeart/2008/layout/HorizontalMultiLevelHierarchy"/>
    <dgm:cxn modelId="{7001EE49-A38E-4928-BEF9-7991162F9CBD}" type="presParOf" srcId="{838F6855-316D-4E9F-A5AA-BA62E9328B00}" destId="{A616DFDA-D563-4DDF-BFBF-3ECEEDDEA7DF}" srcOrd="0" destOrd="0" presId="urn:microsoft.com/office/officeart/2008/layout/HorizontalMultiLevelHierarchy"/>
    <dgm:cxn modelId="{7F75E502-0FCE-4327-A6E8-2BB48DA7C5E6}" type="presParOf" srcId="{838F6855-316D-4E9F-A5AA-BA62E9328B00}" destId="{82FABB40-9FD8-45B0-B37D-46F007467A48}" srcOrd="1" destOrd="0" presId="urn:microsoft.com/office/officeart/2008/layout/HorizontalMultiLevelHierarchy"/>
    <dgm:cxn modelId="{6824A626-4764-4CB6-BD8F-4147B7C813E6}" type="presParOf" srcId="{C54E3B0B-B6EF-419F-ADAC-E54102F21538}" destId="{DB39E224-5B53-44D0-95D4-2B51C61F53DB}" srcOrd="6" destOrd="0" presId="urn:microsoft.com/office/officeart/2008/layout/HorizontalMultiLevelHierarchy"/>
    <dgm:cxn modelId="{ABBD74F8-E76D-43BD-B7E8-D60279AE260F}" type="presParOf" srcId="{DB39E224-5B53-44D0-95D4-2B51C61F53DB}" destId="{7DFFCB09-F4E5-4F12-84F0-196425383D68}" srcOrd="0" destOrd="0" presId="urn:microsoft.com/office/officeart/2008/layout/HorizontalMultiLevelHierarchy"/>
    <dgm:cxn modelId="{3A8444D7-69EC-4E02-8B1B-3B18C303F655}" type="presParOf" srcId="{C54E3B0B-B6EF-419F-ADAC-E54102F21538}" destId="{24CB9188-0C4F-49F6-AFB7-EF12A1926383}" srcOrd="7" destOrd="0" presId="urn:microsoft.com/office/officeart/2008/layout/HorizontalMultiLevelHierarchy"/>
    <dgm:cxn modelId="{C1D00293-F22B-4046-A49D-3A7B1839FB0B}" type="presParOf" srcId="{24CB9188-0C4F-49F6-AFB7-EF12A1926383}" destId="{83EBE046-1244-4486-B34B-5A768028191C}" srcOrd="0" destOrd="0" presId="urn:microsoft.com/office/officeart/2008/layout/HorizontalMultiLevelHierarchy"/>
    <dgm:cxn modelId="{D58C7463-BE4E-4D89-8934-0A1EDF4A6684}" type="presParOf" srcId="{24CB9188-0C4F-49F6-AFB7-EF12A1926383}" destId="{133287BA-03CC-4BF1-A7FC-5EF2E46375A2}" srcOrd="1" destOrd="0" presId="urn:microsoft.com/office/officeart/2008/layout/HorizontalMultiLevelHierarchy"/>
    <dgm:cxn modelId="{8C0FDA86-5BD6-41E1-87A8-9C0D0245E4CC}" type="presParOf" srcId="{C54E3B0B-B6EF-419F-ADAC-E54102F21538}" destId="{30BC91BA-B6D8-4710-BD8E-35EBD7E49939}" srcOrd="8" destOrd="0" presId="urn:microsoft.com/office/officeart/2008/layout/HorizontalMultiLevelHierarchy"/>
    <dgm:cxn modelId="{12022989-E926-4464-8293-3618A58DEB33}" type="presParOf" srcId="{30BC91BA-B6D8-4710-BD8E-35EBD7E49939}" destId="{BFEFAA74-3C63-4867-91F9-C845D63B7F4C}" srcOrd="0" destOrd="0" presId="urn:microsoft.com/office/officeart/2008/layout/HorizontalMultiLevelHierarchy"/>
    <dgm:cxn modelId="{82B7C550-2382-4802-88D4-9788A1B1DBB2}" type="presParOf" srcId="{C54E3B0B-B6EF-419F-ADAC-E54102F21538}" destId="{3E86E44B-8FA2-4BBB-AE1F-375B1095C2A6}" srcOrd="9" destOrd="0" presId="urn:microsoft.com/office/officeart/2008/layout/HorizontalMultiLevelHierarchy"/>
    <dgm:cxn modelId="{D8C880FD-14D6-4861-91A6-7D1A9E5FEE97}" type="presParOf" srcId="{3E86E44B-8FA2-4BBB-AE1F-375B1095C2A6}" destId="{C82CABD5-1F34-4272-AC01-9CF1DB49A5A6}" srcOrd="0" destOrd="0" presId="urn:microsoft.com/office/officeart/2008/layout/HorizontalMultiLevelHierarchy"/>
    <dgm:cxn modelId="{70A7E62A-5FA5-46E5-98A7-03E76E9BD1D6}" type="presParOf" srcId="{3E86E44B-8FA2-4BBB-AE1F-375B1095C2A6}" destId="{D9863FD7-63B6-4654-A451-BC25E4D7B85A}" srcOrd="1" destOrd="0" presId="urn:microsoft.com/office/officeart/2008/layout/HorizontalMultiLevelHierarchy"/>
    <dgm:cxn modelId="{805EBF2C-E8AE-4EB6-B53E-C9233BD3F01C}" type="presParOf" srcId="{C54E3B0B-B6EF-419F-ADAC-E54102F21538}" destId="{20143674-014D-4F4A-BE8A-9EFDA0B08060}" srcOrd="10" destOrd="0" presId="urn:microsoft.com/office/officeart/2008/layout/HorizontalMultiLevelHierarchy"/>
    <dgm:cxn modelId="{269C036E-B517-4A9B-965D-C9B1F6FFF7F4}" type="presParOf" srcId="{20143674-014D-4F4A-BE8A-9EFDA0B08060}" destId="{235974C2-B330-41CD-85A2-57979FCB4525}" srcOrd="0" destOrd="0" presId="urn:microsoft.com/office/officeart/2008/layout/HorizontalMultiLevelHierarchy"/>
    <dgm:cxn modelId="{F0F4EE48-420A-4B58-B301-090AF5356346}" type="presParOf" srcId="{C54E3B0B-B6EF-419F-ADAC-E54102F21538}" destId="{95CAE718-BD57-4633-8C88-BCEE0127BF7C}" srcOrd="11" destOrd="0" presId="urn:microsoft.com/office/officeart/2008/layout/HorizontalMultiLevelHierarchy"/>
    <dgm:cxn modelId="{58CF364F-03BA-4B85-B9DE-4F41E5D70E5F}" type="presParOf" srcId="{95CAE718-BD57-4633-8C88-BCEE0127BF7C}" destId="{6A83E02C-174D-4E19-A374-242A9F4FEB7D}" srcOrd="0" destOrd="0" presId="urn:microsoft.com/office/officeart/2008/layout/HorizontalMultiLevelHierarchy"/>
    <dgm:cxn modelId="{D806A228-AB5D-4C54-A8A9-FDFFC097FE95}" type="presParOf" srcId="{95CAE718-BD57-4633-8C88-BCEE0127BF7C}" destId="{C55F12D5-AE95-4C0A-8DC8-91D0C04BE771}" srcOrd="1" destOrd="0" presId="urn:microsoft.com/office/officeart/2008/layout/HorizontalMultiLevelHierarchy"/>
    <dgm:cxn modelId="{13E88FDD-9932-4DFD-AAAB-690D9B97C907}" type="presParOf" srcId="{C54E3B0B-B6EF-419F-ADAC-E54102F21538}" destId="{27D9AE34-F6A2-4EF2-9C12-718A84A7BBBE}" srcOrd="12" destOrd="0" presId="urn:microsoft.com/office/officeart/2008/layout/HorizontalMultiLevelHierarchy"/>
    <dgm:cxn modelId="{C7A0FC28-60D5-4843-89C9-5C5C8605FFA1}" type="presParOf" srcId="{27D9AE34-F6A2-4EF2-9C12-718A84A7BBBE}" destId="{77D166D7-AAE3-4169-9975-35FF86FE5781}" srcOrd="0" destOrd="0" presId="urn:microsoft.com/office/officeart/2008/layout/HorizontalMultiLevelHierarchy"/>
    <dgm:cxn modelId="{FE29B6B3-BB61-4F08-AF7E-A00242905ABC}" type="presParOf" srcId="{C54E3B0B-B6EF-419F-ADAC-E54102F21538}" destId="{7285B227-1D84-45F6-BD0B-6D0859C1494B}" srcOrd="13" destOrd="0" presId="urn:microsoft.com/office/officeart/2008/layout/HorizontalMultiLevelHierarchy"/>
    <dgm:cxn modelId="{E33D7C6A-15FE-42CD-9927-0A56D33A035A}" type="presParOf" srcId="{7285B227-1D84-45F6-BD0B-6D0859C1494B}" destId="{6ADF4B64-9FB3-46A4-8235-571FB45AB5F5}" srcOrd="0" destOrd="0" presId="urn:microsoft.com/office/officeart/2008/layout/HorizontalMultiLevelHierarchy"/>
    <dgm:cxn modelId="{4C81A9AF-CAA6-467A-B961-D72B6963E626}" type="presParOf" srcId="{7285B227-1D84-45F6-BD0B-6D0859C1494B}" destId="{CFA00F85-EA71-4CBF-A954-EF1ED63FAFD0}" srcOrd="1" destOrd="0" presId="urn:microsoft.com/office/officeart/2008/layout/HorizontalMultiLevelHierarchy"/>
    <dgm:cxn modelId="{A862DBFF-F211-4034-8B08-9C20DBCB0B6B}" type="presParOf" srcId="{C54E3B0B-B6EF-419F-ADAC-E54102F21538}" destId="{3DF0605D-A968-4D9A-84B7-694C526403FE}" srcOrd="14" destOrd="0" presId="urn:microsoft.com/office/officeart/2008/layout/HorizontalMultiLevelHierarchy"/>
    <dgm:cxn modelId="{610EACCC-AA41-4281-887F-05DAA65B8DA7}" type="presParOf" srcId="{3DF0605D-A968-4D9A-84B7-694C526403FE}" destId="{5FBF012F-1983-4F72-86AB-4D74EAF691D2}" srcOrd="0" destOrd="0" presId="urn:microsoft.com/office/officeart/2008/layout/HorizontalMultiLevelHierarchy"/>
    <dgm:cxn modelId="{7F3021C4-2D78-4BC4-BBAB-DD652F71421E}" type="presParOf" srcId="{C54E3B0B-B6EF-419F-ADAC-E54102F21538}" destId="{21C5938B-3199-4A92-BB68-D89A26E2AAD1}" srcOrd="15" destOrd="0" presId="urn:microsoft.com/office/officeart/2008/layout/HorizontalMultiLevelHierarchy"/>
    <dgm:cxn modelId="{79BCB09B-6AAF-4E71-8E15-D1F1B6021BFD}" type="presParOf" srcId="{21C5938B-3199-4A92-BB68-D89A26E2AAD1}" destId="{94ED6941-296A-43C1-B5F3-1126B885223E}" srcOrd="0" destOrd="0" presId="urn:microsoft.com/office/officeart/2008/layout/HorizontalMultiLevelHierarchy"/>
    <dgm:cxn modelId="{735ECC92-1E50-4501-9F24-C7E253DE1C8A}" type="presParOf" srcId="{21C5938B-3199-4A92-BB68-D89A26E2AAD1}" destId="{CB42F8E1-6281-4EDF-B34F-C24C24D2077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B8A2-12B0-4079-862C-BB9603826FF0}">
      <dsp:nvSpPr>
        <dsp:cNvPr id="0" name=""/>
        <dsp:cNvSpPr/>
      </dsp:nvSpPr>
      <dsp:spPr>
        <a:xfrm>
          <a:off x="0" y="0"/>
          <a:ext cx="6583680" cy="9957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300" kern="1200" dirty="0" smtClean="0"/>
            <a:t>User (Browser)</a:t>
          </a:r>
          <a:endParaRPr lang="en-IN" sz="4300" kern="1200" dirty="0"/>
        </a:p>
      </dsp:txBody>
      <dsp:txXfrm>
        <a:off x="29163" y="29163"/>
        <a:ext cx="5425092" cy="937385"/>
      </dsp:txXfrm>
    </dsp:sp>
    <dsp:sp modelId="{16588FC5-162E-4214-9799-283F1D92937A}">
      <dsp:nvSpPr>
        <dsp:cNvPr id="0" name=""/>
        <dsp:cNvSpPr/>
      </dsp:nvSpPr>
      <dsp:spPr>
        <a:xfrm>
          <a:off x="551383" y="1176750"/>
          <a:ext cx="6583680" cy="9957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300" kern="1200" dirty="0" smtClean="0"/>
            <a:t>React Frontend</a:t>
          </a:r>
          <a:endParaRPr lang="en-IN" sz="4300" kern="1200" dirty="0"/>
        </a:p>
      </dsp:txBody>
      <dsp:txXfrm>
        <a:off x="580546" y="1205913"/>
        <a:ext cx="5326758" cy="937385"/>
      </dsp:txXfrm>
    </dsp:sp>
    <dsp:sp modelId="{7CE498C3-483B-4093-A7A9-B931B3656999}">
      <dsp:nvSpPr>
        <dsp:cNvPr id="0" name=""/>
        <dsp:cNvSpPr/>
      </dsp:nvSpPr>
      <dsp:spPr>
        <a:xfrm>
          <a:off x="1094536" y="2353500"/>
          <a:ext cx="6583680" cy="9957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300" kern="1200" dirty="0" err="1" smtClean="0"/>
            <a:t>NodeJs</a:t>
          </a:r>
          <a:endParaRPr lang="en-IN" sz="4300" kern="1200" dirty="0"/>
        </a:p>
      </dsp:txBody>
      <dsp:txXfrm>
        <a:off x="1123699" y="2382663"/>
        <a:ext cx="5334987" cy="937385"/>
      </dsp:txXfrm>
    </dsp:sp>
    <dsp:sp modelId="{D29F688A-41A0-4314-9E3A-405C811042C3}">
      <dsp:nvSpPr>
        <dsp:cNvPr id="0" name=""/>
        <dsp:cNvSpPr/>
      </dsp:nvSpPr>
      <dsp:spPr>
        <a:xfrm>
          <a:off x="1645920" y="3530251"/>
          <a:ext cx="6583680" cy="9957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lvl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300" kern="1200" dirty="0" smtClean="0"/>
            <a:t>MySQL Database</a:t>
          </a:r>
        </a:p>
      </dsp:txBody>
      <dsp:txXfrm>
        <a:off x="1675083" y="3559414"/>
        <a:ext cx="5326758" cy="937385"/>
      </dsp:txXfrm>
    </dsp:sp>
    <dsp:sp modelId="{4C0BC9F3-F289-4565-9E09-1EA224F274A1}">
      <dsp:nvSpPr>
        <dsp:cNvPr id="0" name=""/>
        <dsp:cNvSpPr/>
      </dsp:nvSpPr>
      <dsp:spPr>
        <a:xfrm>
          <a:off x="5936467" y="762624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900" kern="1200"/>
        </a:p>
      </dsp:txBody>
      <dsp:txXfrm>
        <a:off x="6082090" y="762624"/>
        <a:ext cx="355966" cy="487027"/>
      </dsp:txXfrm>
    </dsp:sp>
    <dsp:sp modelId="{0D4B2101-0AA7-4C00-8B3F-6A5231B26E50}">
      <dsp:nvSpPr>
        <dsp:cNvPr id="0" name=""/>
        <dsp:cNvSpPr/>
      </dsp:nvSpPr>
      <dsp:spPr>
        <a:xfrm>
          <a:off x="6487850" y="1939375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900" kern="1200"/>
        </a:p>
      </dsp:txBody>
      <dsp:txXfrm>
        <a:off x="6633473" y="1939375"/>
        <a:ext cx="355966" cy="487027"/>
      </dsp:txXfrm>
    </dsp:sp>
    <dsp:sp modelId="{BEE5A99F-4390-4E2C-B3DB-3A604AFE6E05}">
      <dsp:nvSpPr>
        <dsp:cNvPr id="0" name=""/>
        <dsp:cNvSpPr/>
      </dsp:nvSpPr>
      <dsp:spPr>
        <a:xfrm>
          <a:off x="7031004" y="3116125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900" kern="1200"/>
        </a:p>
      </dsp:txBody>
      <dsp:txXfrm>
        <a:off x="7176627" y="3116125"/>
        <a:ext cx="355966" cy="487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05873-4B18-46A8-9835-97521145D060}">
      <dsp:nvSpPr>
        <dsp:cNvPr id="0" name=""/>
        <dsp:cNvSpPr/>
      </dsp:nvSpPr>
      <dsp:spPr>
        <a:xfrm>
          <a:off x="2141859" y="128190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Super Admin</a:t>
          </a:r>
          <a:endParaRPr lang="en-IN" sz="1400" kern="1200" dirty="0"/>
        </a:p>
      </dsp:txBody>
      <dsp:txXfrm>
        <a:off x="2163305" y="149636"/>
        <a:ext cx="1055459" cy="689342"/>
      </dsp:txXfrm>
    </dsp:sp>
    <dsp:sp modelId="{B9A5FBCC-E5EF-4E05-8557-082A864136DF}">
      <dsp:nvSpPr>
        <dsp:cNvPr id="0" name=""/>
        <dsp:cNvSpPr/>
      </dsp:nvSpPr>
      <dsp:spPr>
        <a:xfrm>
          <a:off x="1263178" y="860424"/>
          <a:ext cx="1427857" cy="292893"/>
        </a:xfrm>
        <a:custGeom>
          <a:avLst/>
          <a:gdLst/>
          <a:ahLst/>
          <a:cxnLst/>
          <a:rect l="0" t="0" r="0" b="0"/>
          <a:pathLst>
            <a:path>
              <a:moveTo>
                <a:pt x="1427857" y="0"/>
              </a:moveTo>
              <a:lnTo>
                <a:pt x="1427857" y="146446"/>
              </a:lnTo>
              <a:lnTo>
                <a:pt x="0" y="146446"/>
              </a:lnTo>
              <a:lnTo>
                <a:pt x="0" y="2928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E1162C-B602-4BFF-83C2-FEEFA200D223}">
      <dsp:nvSpPr>
        <dsp:cNvPr id="0" name=""/>
        <dsp:cNvSpPr/>
      </dsp:nvSpPr>
      <dsp:spPr>
        <a:xfrm>
          <a:off x="714002" y="1153318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Company</a:t>
          </a:r>
          <a:endParaRPr lang="en-IN" sz="1400" kern="1200" dirty="0"/>
        </a:p>
      </dsp:txBody>
      <dsp:txXfrm>
        <a:off x="735448" y="1174764"/>
        <a:ext cx="1055459" cy="689342"/>
      </dsp:txXfrm>
    </dsp:sp>
    <dsp:sp modelId="{8491146C-BC27-4063-8ED0-FAEDF19CB50B}">
      <dsp:nvSpPr>
        <dsp:cNvPr id="0" name=""/>
        <dsp:cNvSpPr/>
      </dsp:nvSpPr>
      <dsp:spPr>
        <a:xfrm>
          <a:off x="549250" y="1885553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713928" y="0"/>
              </a:moveTo>
              <a:lnTo>
                <a:pt x="713928" y="146446"/>
              </a:lnTo>
              <a:lnTo>
                <a:pt x="0" y="146446"/>
              </a:lnTo>
              <a:lnTo>
                <a:pt x="0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FFB22D-7521-4D94-B9DE-18347C259BD8}">
      <dsp:nvSpPr>
        <dsp:cNvPr id="0" name=""/>
        <dsp:cNvSpPr/>
      </dsp:nvSpPr>
      <dsp:spPr>
        <a:xfrm>
          <a:off x="74" y="2178446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Workspace’s</a:t>
          </a:r>
        </a:p>
      </dsp:txBody>
      <dsp:txXfrm>
        <a:off x="21520" y="2199892"/>
        <a:ext cx="1055459" cy="689342"/>
      </dsp:txXfrm>
    </dsp:sp>
    <dsp:sp modelId="{13C8685C-46C8-436A-902D-06F4303A28B3}">
      <dsp:nvSpPr>
        <dsp:cNvPr id="0" name=""/>
        <dsp:cNvSpPr/>
      </dsp:nvSpPr>
      <dsp:spPr>
        <a:xfrm>
          <a:off x="1263178" y="1885553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46"/>
              </a:lnTo>
              <a:lnTo>
                <a:pt x="713928" y="146446"/>
              </a:lnTo>
              <a:lnTo>
                <a:pt x="713928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4CA3D5-530A-4EB5-B0D3-5A55593183B9}">
      <dsp:nvSpPr>
        <dsp:cNvPr id="0" name=""/>
        <dsp:cNvSpPr/>
      </dsp:nvSpPr>
      <dsp:spPr>
        <a:xfrm>
          <a:off x="1427931" y="2178446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Workspace’s</a:t>
          </a:r>
        </a:p>
      </dsp:txBody>
      <dsp:txXfrm>
        <a:off x="1449377" y="2199892"/>
        <a:ext cx="1055459" cy="689342"/>
      </dsp:txXfrm>
    </dsp:sp>
    <dsp:sp modelId="{B1E69903-E43F-434C-A125-205FFE5342F8}">
      <dsp:nvSpPr>
        <dsp:cNvPr id="0" name=""/>
        <dsp:cNvSpPr/>
      </dsp:nvSpPr>
      <dsp:spPr>
        <a:xfrm>
          <a:off x="1263178" y="2910681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713928" y="0"/>
              </a:moveTo>
              <a:lnTo>
                <a:pt x="713928" y="146446"/>
              </a:lnTo>
              <a:lnTo>
                <a:pt x="0" y="146446"/>
              </a:lnTo>
              <a:lnTo>
                <a:pt x="0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4EAF97-D4B3-4E94-84BA-ED0155A1F16C}">
      <dsp:nvSpPr>
        <dsp:cNvPr id="0" name=""/>
        <dsp:cNvSpPr/>
      </dsp:nvSpPr>
      <dsp:spPr>
        <a:xfrm>
          <a:off x="714002" y="3203575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Project</a:t>
          </a:r>
        </a:p>
      </dsp:txBody>
      <dsp:txXfrm>
        <a:off x="735448" y="3225021"/>
        <a:ext cx="1055459" cy="689342"/>
      </dsp:txXfrm>
    </dsp:sp>
    <dsp:sp modelId="{95874D2A-7F7B-4D25-A086-E0102F6458E7}">
      <dsp:nvSpPr>
        <dsp:cNvPr id="0" name=""/>
        <dsp:cNvSpPr/>
      </dsp:nvSpPr>
      <dsp:spPr>
        <a:xfrm>
          <a:off x="1977107" y="2910681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46"/>
              </a:lnTo>
              <a:lnTo>
                <a:pt x="713928" y="146446"/>
              </a:lnTo>
              <a:lnTo>
                <a:pt x="713928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D05000-90D5-45D5-8AE3-723731E6E0EC}">
      <dsp:nvSpPr>
        <dsp:cNvPr id="0" name=""/>
        <dsp:cNvSpPr/>
      </dsp:nvSpPr>
      <dsp:spPr>
        <a:xfrm>
          <a:off x="2141859" y="3203575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Project</a:t>
          </a:r>
        </a:p>
      </dsp:txBody>
      <dsp:txXfrm>
        <a:off x="2163305" y="3225021"/>
        <a:ext cx="1055459" cy="689342"/>
      </dsp:txXfrm>
    </dsp:sp>
    <dsp:sp modelId="{8ABD71E0-2449-43AE-A489-BF814A59D444}">
      <dsp:nvSpPr>
        <dsp:cNvPr id="0" name=""/>
        <dsp:cNvSpPr/>
      </dsp:nvSpPr>
      <dsp:spPr>
        <a:xfrm>
          <a:off x="2691035" y="860424"/>
          <a:ext cx="1427857" cy="2928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46"/>
              </a:lnTo>
              <a:lnTo>
                <a:pt x="1427857" y="146446"/>
              </a:lnTo>
              <a:lnTo>
                <a:pt x="1427857" y="2928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FCC14E-FC0A-4981-B791-66196DF643B5}">
      <dsp:nvSpPr>
        <dsp:cNvPr id="0" name=""/>
        <dsp:cNvSpPr/>
      </dsp:nvSpPr>
      <dsp:spPr>
        <a:xfrm>
          <a:off x="3569716" y="1153318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Company</a:t>
          </a:r>
          <a:endParaRPr lang="en-IN" sz="1400" kern="1200" dirty="0"/>
        </a:p>
      </dsp:txBody>
      <dsp:txXfrm>
        <a:off x="3591162" y="1174764"/>
        <a:ext cx="1055459" cy="689342"/>
      </dsp:txXfrm>
    </dsp:sp>
    <dsp:sp modelId="{41B6A0A3-E213-4D31-A3F4-D0D546A61982}">
      <dsp:nvSpPr>
        <dsp:cNvPr id="0" name=""/>
        <dsp:cNvSpPr/>
      </dsp:nvSpPr>
      <dsp:spPr>
        <a:xfrm>
          <a:off x="3404964" y="1885553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713928" y="0"/>
              </a:moveTo>
              <a:lnTo>
                <a:pt x="713928" y="146446"/>
              </a:lnTo>
              <a:lnTo>
                <a:pt x="0" y="146446"/>
              </a:lnTo>
              <a:lnTo>
                <a:pt x="0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506270-EB63-47E6-9AB5-4518A1F2D610}">
      <dsp:nvSpPr>
        <dsp:cNvPr id="0" name=""/>
        <dsp:cNvSpPr/>
      </dsp:nvSpPr>
      <dsp:spPr>
        <a:xfrm>
          <a:off x="2855788" y="2178446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Workspace’s</a:t>
          </a:r>
        </a:p>
      </dsp:txBody>
      <dsp:txXfrm>
        <a:off x="2877234" y="2199892"/>
        <a:ext cx="1055459" cy="689342"/>
      </dsp:txXfrm>
    </dsp:sp>
    <dsp:sp modelId="{5620A259-55F6-443F-9182-CE96C9570F6A}">
      <dsp:nvSpPr>
        <dsp:cNvPr id="0" name=""/>
        <dsp:cNvSpPr/>
      </dsp:nvSpPr>
      <dsp:spPr>
        <a:xfrm>
          <a:off x="4118892" y="1885553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46"/>
              </a:lnTo>
              <a:lnTo>
                <a:pt x="713928" y="146446"/>
              </a:lnTo>
              <a:lnTo>
                <a:pt x="713928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66F893-635C-41F4-A711-EBA60197DA1C}">
      <dsp:nvSpPr>
        <dsp:cNvPr id="0" name=""/>
        <dsp:cNvSpPr/>
      </dsp:nvSpPr>
      <dsp:spPr>
        <a:xfrm>
          <a:off x="4283645" y="2178446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Workspace’s</a:t>
          </a:r>
        </a:p>
      </dsp:txBody>
      <dsp:txXfrm>
        <a:off x="4305091" y="2199892"/>
        <a:ext cx="1055459" cy="689342"/>
      </dsp:txXfrm>
    </dsp:sp>
    <dsp:sp modelId="{96ADE45E-D6CD-4FB2-9E9C-F51B079C09F2}">
      <dsp:nvSpPr>
        <dsp:cNvPr id="0" name=""/>
        <dsp:cNvSpPr/>
      </dsp:nvSpPr>
      <dsp:spPr>
        <a:xfrm>
          <a:off x="4118892" y="2910681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713928" y="0"/>
              </a:moveTo>
              <a:lnTo>
                <a:pt x="713928" y="146446"/>
              </a:lnTo>
              <a:lnTo>
                <a:pt x="0" y="146446"/>
              </a:lnTo>
              <a:lnTo>
                <a:pt x="0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48EFDF-CEB7-4B5E-B50B-21845F4AE9EE}">
      <dsp:nvSpPr>
        <dsp:cNvPr id="0" name=""/>
        <dsp:cNvSpPr/>
      </dsp:nvSpPr>
      <dsp:spPr>
        <a:xfrm>
          <a:off x="3569716" y="3203575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Project</a:t>
          </a:r>
          <a:endParaRPr lang="en-IN" sz="1400" kern="1200" dirty="0"/>
        </a:p>
      </dsp:txBody>
      <dsp:txXfrm>
        <a:off x="3591162" y="3225021"/>
        <a:ext cx="1055459" cy="689342"/>
      </dsp:txXfrm>
    </dsp:sp>
    <dsp:sp modelId="{66A6E63A-8AF2-4EB0-8B18-F739240FA173}">
      <dsp:nvSpPr>
        <dsp:cNvPr id="0" name=""/>
        <dsp:cNvSpPr/>
      </dsp:nvSpPr>
      <dsp:spPr>
        <a:xfrm>
          <a:off x="4832821" y="2910681"/>
          <a:ext cx="713928" cy="2928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446"/>
              </a:lnTo>
              <a:lnTo>
                <a:pt x="713928" y="146446"/>
              </a:lnTo>
              <a:lnTo>
                <a:pt x="713928" y="29289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85487A-E5D2-49D4-8413-6F35251583C8}">
      <dsp:nvSpPr>
        <dsp:cNvPr id="0" name=""/>
        <dsp:cNvSpPr/>
      </dsp:nvSpPr>
      <dsp:spPr>
        <a:xfrm>
          <a:off x="4997574" y="3203575"/>
          <a:ext cx="1098351" cy="7322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/>
            <a:t>Project</a:t>
          </a:r>
          <a:endParaRPr lang="en-IN" sz="1400" kern="1200" dirty="0"/>
        </a:p>
      </dsp:txBody>
      <dsp:txXfrm>
        <a:off x="5019020" y="3225021"/>
        <a:ext cx="1055459" cy="6893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2CBA8-738F-4835-9FD8-6C36DA510730}">
      <dsp:nvSpPr>
        <dsp:cNvPr id="0" name=""/>
        <dsp:cNvSpPr/>
      </dsp:nvSpPr>
      <dsp:spPr>
        <a:xfrm>
          <a:off x="5293246" y="3303799"/>
          <a:ext cx="258054" cy="791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1365"/>
              </a:lnTo>
              <a:lnTo>
                <a:pt x="258054" y="79136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4F57E-D13A-4983-9BA3-31423292CDCC}">
      <dsp:nvSpPr>
        <dsp:cNvPr id="0" name=""/>
        <dsp:cNvSpPr/>
      </dsp:nvSpPr>
      <dsp:spPr>
        <a:xfrm>
          <a:off x="3899754" y="2082343"/>
          <a:ext cx="2081635" cy="361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637"/>
              </a:lnTo>
              <a:lnTo>
                <a:pt x="2081635" y="180637"/>
              </a:lnTo>
              <a:lnTo>
                <a:pt x="2081635" y="3612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57C35C-00B9-4142-9F85-8E4CA7C801AF}">
      <dsp:nvSpPr>
        <dsp:cNvPr id="0" name=""/>
        <dsp:cNvSpPr/>
      </dsp:nvSpPr>
      <dsp:spPr>
        <a:xfrm>
          <a:off x="3211610" y="3303799"/>
          <a:ext cx="258054" cy="791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1365"/>
              </a:lnTo>
              <a:lnTo>
                <a:pt x="258054" y="79136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D8ED1D-EF26-46C5-8DB3-27BC92C1F908}">
      <dsp:nvSpPr>
        <dsp:cNvPr id="0" name=""/>
        <dsp:cNvSpPr/>
      </dsp:nvSpPr>
      <dsp:spPr>
        <a:xfrm>
          <a:off x="3854034" y="2082343"/>
          <a:ext cx="91440" cy="3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2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11EF75-246D-4928-9C89-2161C19D37B0}">
      <dsp:nvSpPr>
        <dsp:cNvPr id="0" name=""/>
        <dsp:cNvSpPr/>
      </dsp:nvSpPr>
      <dsp:spPr>
        <a:xfrm>
          <a:off x="1129975" y="3303799"/>
          <a:ext cx="258054" cy="791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1365"/>
              </a:lnTo>
              <a:lnTo>
                <a:pt x="258054" y="79136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A07D4-B1C7-4181-A772-0C9112F8BF8C}">
      <dsp:nvSpPr>
        <dsp:cNvPr id="0" name=""/>
        <dsp:cNvSpPr/>
      </dsp:nvSpPr>
      <dsp:spPr>
        <a:xfrm>
          <a:off x="1818119" y="2082343"/>
          <a:ext cx="2081635" cy="361275"/>
        </a:xfrm>
        <a:custGeom>
          <a:avLst/>
          <a:gdLst/>
          <a:ahLst/>
          <a:cxnLst/>
          <a:rect l="0" t="0" r="0" b="0"/>
          <a:pathLst>
            <a:path>
              <a:moveTo>
                <a:pt x="2081635" y="0"/>
              </a:moveTo>
              <a:lnTo>
                <a:pt x="2081635" y="180637"/>
              </a:lnTo>
              <a:lnTo>
                <a:pt x="0" y="180637"/>
              </a:lnTo>
              <a:lnTo>
                <a:pt x="0" y="3612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F5662-6DC3-4191-965B-7AAD4F1624B2}">
      <dsp:nvSpPr>
        <dsp:cNvPr id="0" name=""/>
        <dsp:cNvSpPr/>
      </dsp:nvSpPr>
      <dsp:spPr>
        <a:xfrm>
          <a:off x="3854034" y="860888"/>
          <a:ext cx="91440" cy="3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127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175575-5E52-4321-883B-570C9EF690EA}">
      <dsp:nvSpPr>
        <dsp:cNvPr id="0" name=""/>
        <dsp:cNvSpPr/>
      </dsp:nvSpPr>
      <dsp:spPr>
        <a:xfrm>
          <a:off x="3039574" y="707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Project</a:t>
          </a:r>
          <a:endParaRPr lang="en-IN" sz="1900" kern="1200" dirty="0"/>
        </a:p>
      </dsp:txBody>
      <dsp:txXfrm>
        <a:off x="3039574" y="707"/>
        <a:ext cx="1720360" cy="860180"/>
      </dsp:txXfrm>
    </dsp:sp>
    <dsp:sp modelId="{5F5945D2-83B6-4382-8730-0F327E4F72FC}">
      <dsp:nvSpPr>
        <dsp:cNvPr id="0" name=""/>
        <dsp:cNvSpPr/>
      </dsp:nvSpPr>
      <dsp:spPr>
        <a:xfrm>
          <a:off x="3039574" y="1222163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Project Owner</a:t>
          </a:r>
          <a:endParaRPr lang="en-IN" sz="1900" kern="1200" dirty="0"/>
        </a:p>
      </dsp:txBody>
      <dsp:txXfrm>
        <a:off x="3039574" y="1222163"/>
        <a:ext cx="1720360" cy="860180"/>
      </dsp:txXfrm>
    </dsp:sp>
    <dsp:sp modelId="{A3B1673A-508A-42E0-9F4C-FB886DCEEE2E}">
      <dsp:nvSpPr>
        <dsp:cNvPr id="0" name=""/>
        <dsp:cNvSpPr/>
      </dsp:nvSpPr>
      <dsp:spPr>
        <a:xfrm>
          <a:off x="957939" y="2443619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Task (team assigned)</a:t>
          </a:r>
          <a:endParaRPr lang="en-IN" sz="1900" kern="1200" dirty="0"/>
        </a:p>
      </dsp:txBody>
      <dsp:txXfrm>
        <a:off x="957939" y="2443619"/>
        <a:ext cx="1720360" cy="860180"/>
      </dsp:txXfrm>
    </dsp:sp>
    <dsp:sp modelId="{21289C57-C01A-4136-B289-6E4A51BD83D7}">
      <dsp:nvSpPr>
        <dsp:cNvPr id="0" name=""/>
        <dsp:cNvSpPr/>
      </dsp:nvSpPr>
      <dsp:spPr>
        <a:xfrm>
          <a:off x="1388029" y="3665074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Subtask (Employee Assigned)</a:t>
          </a:r>
          <a:endParaRPr lang="en-IN" sz="1900" kern="1200" dirty="0"/>
        </a:p>
      </dsp:txBody>
      <dsp:txXfrm>
        <a:off x="1388029" y="3665074"/>
        <a:ext cx="1720360" cy="860180"/>
      </dsp:txXfrm>
    </dsp:sp>
    <dsp:sp modelId="{63E2EF80-D20E-4EA0-B3EF-A5ABFDD030D8}">
      <dsp:nvSpPr>
        <dsp:cNvPr id="0" name=""/>
        <dsp:cNvSpPr/>
      </dsp:nvSpPr>
      <dsp:spPr>
        <a:xfrm>
          <a:off x="3039574" y="2443619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Task (team assigned)</a:t>
          </a:r>
          <a:endParaRPr lang="en-IN" sz="1900" kern="1200" dirty="0"/>
        </a:p>
      </dsp:txBody>
      <dsp:txXfrm>
        <a:off x="3039574" y="2443619"/>
        <a:ext cx="1720360" cy="860180"/>
      </dsp:txXfrm>
    </dsp:sp>
    <dsp:sp modelId="{E7F100BC-34DC-49C9-8B7F-9FF74229C7C0}">
      <dsp:nvSpPr>
        <dsp:cNvPr id="0" name=""/>
        <dsp:cNvSpPr/>
      </dsp:nvSpPr>
      <dsp:spPr>
        <a:xfrm>
          <a:off x="3469664" y="3665074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Subtask (Employee Assigned)</a:t>
          </a:r>
          <a:endParaRPr lang="en-IN" sz="1900" kern="1200" dirty="0"/>
        </a:p>
      </dsp:txBody>
      <dsp:txXfrm>
        <a:off x="3469664" y="3665074"/>
        <a:ext cx="1720360" cy="860180"/>
      </dsp:txXfrm>
    </dsp:sp>
    <dsp:sp modelId="{4BCC56AA-40E0-4E14-9854-AB7CC8063E53}">
      <dsp:nvSpPr>
        <dsp:cNvPr id="0" name=""/>
        <dsp:cNvSpPr/>
      </dsp:nvSpPr>
      <dsp:spPr>
        <a:xfrm>
          <a:off x="5121210" y="2443619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Task (team assigned)</a:t>
          </a:r>
          <a:endParaRPr lang="en-IN" sz="1900" kern="1200" dirty="0"/>
        </a:p>
      </dsp:txBody>
      <dsp:txXfrm>
        <a:off x="5121210" y="2443619"/>
        <a:ext cx="1720360" cy="860180"/>
      </dsp:txXfrm>
    </dsp:sp>
    <dsp:sp modelId="{88E23538-B0C6-4DE0-969A-688C4A33F300}">
      <dsp:nvSpPr>
        <dsp:cNvPr id="0" name=""/>
        <dsp:cNvSpPr/>
      </dsp:nvSpPr>
      <dsp:spPr>
        <a:xfrm>
          <a:off x="5551300" y="3665074"/>
          <a:ext cx="1720360" cy="8601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smtClean="0"/>
            <a:t>Subtask (Employee Assigned)</a:t>
          </a:r>
          <a:endParaRPr lang="en-IN" sz="1900" kern="1200" dirty="0"/>
        </a:p>
      </dsp:txBody>
      <dsp:txXfrm>
        <a:off x="5551300" y="3665074"/>
        <a:ext cx="1720360" cy="8601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0605D-A968-4D9A-84B7-694C526403FE}">
      <dsp:nvSpPr>
        <dsp:cNvPr id="0" name=""/>
        <dsp:cNvSpPr/>
      </dsp:nvSpPr>
      <dsp:spPr>
        <a:xfrm>
          <a:off x="3085512" y="3032224"/>
          <a:ext cx="407064" cy="27147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3532" y="0"/>
              </a:lnTo>
              <a:lnTo>
                <a:pt x="203532" y="2714799"/>
              </a:lnTo>
              <a:lnTo>
                <a:pt x="407064" y="271479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20416" y="4320994"/>
        <a:ext cx="137257" cy="137257"/>
      </dsp:txXfrm>
    </dsp:sp>
    <dsp:sp modelId="{27D9AE34-F6A2-4EF2-9C12-718A84A7BBBE}">
      <dsp:nvSpPr>
        <dsp:cNvPr id="0" name=""/>
        <dsp:cNvSpPr/>
      </dsp:nvSpPr>
      <dsp:spPr>
        <a:xfrm>
          <a:off x="3085512" y="3032224"/>
          <a:ext cx="407064" cy="19391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3532" y="0"/>
              </a:lnTo>
              <a:lnTo>
                <a:pt x="203532" y="1939142"/>
              </a:lnTo>
              <a:lnTo>
                <a:pt x="407064" y="193914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39509" y="3952260"/>
        <a:ext cx="99070" cy="99070"/>
      </dsp:txXfrm>
    </dsp:sp>
    <dsp:sp modelId="{20143674-014D-4F4A-BE8A-9EFDA0B08060}">
      <dsp:nvSpPr>
        <dsp:cNvPr id="0" name=""/>
        <dsp:cNvSpPr/>
      </dsp:nvSpPr>
      <dsp:spPr>
        <a:xfrm>
          <a:off x="3085512" y="3032224"/>
          <a:ext cx="407064" cy="11634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3532" y="0"/>
              </a:lnTo>
              <a:lnTo>
                <a:pt x="203532" y="1163485"/>
              </a:lnTo>
              <a:lnTo>
                <a:pt x="407064" y="116348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58228" y="3583150"/>
        <a:ext cx="61631" cy="61631"/>
      </dsp:txXfrm>
    </dsp:sp>
    <dsp:sp modelId="{30BC91BA-B6D8-4710-BD8E-35EBD7E49939}">
      <dsp:nvSpPr>
        <dsp:cNvPr id="0" name=""/>
        <dsp:cNvSpPr/>
      </dsp:nvSpPr>
      <dsp:spPr>
        <a:xfrm>
          <a:off x="3085512" y="3032224"/>
          <a:ext cx="407064" cy="3878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3532" y="0"/>
              </a:lnTo>
              <a:lnTo>
                <a:pt x="203532" y="387828"/>
              </a:lnTo>
              <a:lnTo>
                <a:pt x="407064" y="3878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74988" y="3212082"/>
        <a:ext cx="28111" cy="28111"/>
      </dsp:txXfrm>
    </dsp:sp>
    <dsp:sp modelId="{DB39E224-5B53-44D0-95D4-2B51C61F53DB}">
      <dsp:nvSpPr>
        <dsp:cNvPr id="0" name=""/>
        <dsp:cNvSpPr/>
      </dsp:nvSpPr>
      <dsp:spPr>
        <a:xfrm>
          <a:off x="3085512" y="2644395"/>
          <a:ext cx="407064" cy="387828"/>
        </a:xfrm>
        <a:custGeom>
          <a:avLst/>
          <a:gdLst/>
          <a:ahLst/>
          <a:cxnLst/>
          <a:rect l="0" t="0" r="0" b="0"/>
          <a:pathLst>
            <a:path>
              <a:moveTo>
                <a:pt x="0" y="387828"/>
              </a:moveTo>
              <a:lnTo>
                <a:pt x="203532" y="387828"/>
              </a:lnTo>
              <a:lnTo>
                <a:pt x="203532" y="0"/>
              </a:lnTo>
              <a:lnTo>
                <a:pt x="407064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74988" y="2824253"/>
        <a:ext cx="28111" cy="28111"/>
      </dsp:txXfrm>
    </dsp:sp>
    <dsp:sp modelId="{597A206D-F7E2-434C-8C92-E1CE53AED57A}">
      <dsp:nvSpPr>
        <dsp:cNvPr id="0" name=""/>
        <dsp:cNvSpPr/>
      </dsp:nvSpPr>
      <dsp:spPr>
        <a:xfrm>
          <a:off x="3085512" y="1868738"/>
          <a:ext cx="407064" cy="1163485"/>
        </a:xfrm>
        <a:custGeom>
          <a:avLst/>
          <a:gdLst/>
          <a:ahLst/>
          <a:cxnLst/>
          <a:rect l="0" t="0" r="0" b="0"/>
          <a:pathLst>
            <a:path>
              <a:moveTo>
                <a:pt x="0" y="1163485"/>
              </a:moveTo>
              <a:lnTo>
                <a:pt x="203532" y="1163485"/>
              </a:lnTo>
              <a:lnTo>
                <a:pt x="203532" y="0"/>
              </a:lnTo>
              <a:lnTo>
                <a:pt x="407064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58228" y="2419665"/>
        <a:ext cx="61631" cy="61631"/>
      </dsp:txXfrm>
    </dsp:sp>
    <dsp:sp modelId="{A2220B38-D8BA-4125-A34F-39012AD3EDEF}">
      <dsp:nvSpPr>
        <dsp:cNvPr id="0" name=""/>
        <dsp:cNvSpPr/>
      </dsp:nvSpPr>
      <dsp:spPr>
        <a:xfrm>
          <a:off x="3085512" y="1093081"/>
          <a:ext cx="407064" cy="1939142"/>
        </a:xfrm>
        <a:custGeom>
          <a:avLst/>
          <a:gdLst/>
          <a:ahLst/>
          <a:cxnLst/>
          <a:rect l="0" t="0" r="0" b="0"/>
          <a:pathLst>
            <a:path>
              <a:moveTo>
                <a:pt x="0" y="1939142"/>
              </a:moveTo>
              <a:lnTo>
                <a:pt x="203532" y="1939142"/>
              </a:lnTo>
              <a:lnTo>
                <a:pt x="203532" y="0"/>
              </a:lnTo>
              <a:lnTo>
                <a:pt x="407064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39509" y="2013117"/>
        <a:ext cx="99070" cy="99070"/>
      </dsp:txXfrm>
    </dsp:sp>
    <dsp:sp modelId="{F8E7C712-0B1C-4CB9-91F1-41B39E718BA0}">
      <dsp:nvSpPr>
        <dsp:cNvPr id="0" name=""/>
        <dsp:cNvSpPr/>
      </dsp:nvSpPr>
      <dsp:spPr>
        <a:xfrm>
          <a:off x="3085512" y="317424"/>
          <a:ext cx="407064" cy="2714799"/>
        </a:xfrm>
        <a:custGeom>
          <a:avLst/>
          <a:gdLst/>
          <a:ahLst/>
          <a:cxnLst/>
          <a:rect l="0" t="0" r="0" b="0"/>
          <a:pathLst>
            <a:path>
              <a:moveTo>
                <a:pt x="0" y="2714799"/>
              </a:moveTo>
              <a:lnTo>
                <a:pt x="203532" y="2714799"/>
              </a:lnTo>
              <a:lnTo>
                <a:pt x="203532" y="0"/>
              </a:lnTo>
              <a:lnTo>
                <a:pt x="407064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 sz="1400" kern="1200" baseline="0">
            <a:solidFill>
              <a:schemeClr val="tx1"/>
            </a:solidFill>
          </a:endParaRPr>
        </a:p>
      </dsp:txBody>
      <dsp:txXfrm>
        <a:off x="3220416" y="1606195"/>
        <a:ext cx="137257" cy="137257"/>
      </dsp:txXfrm>
    </dsp:sp>
    <dsp:sp modelId="{9B425A37-558C-440C-97C5-BFBBAEAC036F}">
      <dsp:nvSpPr>
        <dsp:cNvPr id="0" name=""/>
        <dsp:cNvSpPr/>
      </dsp:nvSpPr>
      <dsp:spPr>
        <a:xfrm rot="16200000">
          <a:off x="1142287" y="2721961"/>
          <a:ext cx="3265924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/>
            <a:t>Modules of the System</a:t>
          </a:r>
          <a:endParaRPr lang="en-IN" sz="1400" kern="1200" baseline="0" dirty="0"/>
        </a:p>
      </dsp:txBody>
      <dsp:txXfrm>
        <a:off x="1142287" y="2721961"/>
        <a:ext cx="3265924" cy="620525"/>
      </dsp:txXfrm>
    </dsp:sp>
    <dsp:sp modelId="{37370112-9997-477D-99D7-344826A59EA7}">
      <dsp:nvSpPr>
        <dsp:cNvPr id="0" name=""/>
        <dsp:cNvSpPr/>
      </dsp:nvSpPr>
      <dsp:spPr>
        <a:xfrm>
          <a:off x="3492577" y="7161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Authentication &amp; Authorization Module</a:t>
          </a:r>
          <a:br>
            <a:rPr lang="en-GB" sz="1400" kern="1200" baseline="0" smtClean="0">
              <a:latin typeface="Arial" pitchFamily="34" charset="0"/>
              <a:cs typeface="Arial" pitchFamily="34" charset="0"/>
            </a:rPr>
          </a:br>
          <a:endParaRPr lang="en-IN" sz="1400" kern="1200" baseline="0" dirty="0"/>
        </a:p>
      </dsp:txBody>
      <dsp:txXfrm>
        <a:off x="3492577" y="7161"/>
        <a:ext cx="2035323" cy="620525"/>
      </dsp:txXfrm>
    </dsp:sp>
    <dsp:sp modelId="{EA86015B-B8BE-409D-899B-241EF9CD5561}">
      <dsp:nvSpPr>
        <dsp:cNvPr id="0" name=""/>
        <dsp:cNvSpPr/>
      </dsp:nvSpPr>
      <dsp:spPr>
        <a:xfrm>
          <a:off x="3492577" y="782818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Super Admin Management Module</a:t>
          </a:r>
          <a:endParaRPr lang="en-IN" sz="1400" kern="1200" baseline="0" dirty="0"/>
        </a:p>
      </dsp:txBody>
      <dsp:txXfrm>
        <a:off x="3492577" y="782818"/>
        <a:ext cx="2035323" cy="620525"/>
      </dsp:txXfrm>
    </dsp:sp>
    <dsp:sp modelId="{A616DFDA-D563-4DDF-BFBF-3ECEEDDEA7DF}">
      <dsp:nvSpPr>
        <dsp:cNvPr id="0" name=""/>
        <dsp:cNvSpPr/>
      </dsp:nvSpPr>
      <dsp:spPr>
        <a:xfrm>
          <a:off x="3492577" y="1558475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Company &amp; Subscription Module</a:t>
          </a:r>
          <a:endParaRPr lang="en-IN" sz="1400" kern="1200" baseline="0" dirty="0"/>
        </a:p>
      </dsp:txBody>
      <dsp:txXfrm>
        <a:off x="3492577" y="1558475"/>
        <a:ext cx="2035323" cy="620525"/>
      </dsp:txXfrm>
    </dsp:sp>
    <dsp:sp modelId="{83EBE046-1244-4486-B34B-5A768028191C}">
      <dsp:nvSpPr>
        <dsp:cNvPr id="0" name=""/>
        <dsp:cNvSpPr/>
      </dsp:nvSpPr>
      <dsp:spPr>
        <a:xfrm>
          <a:off x="3492577" y="2334132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Task &amp; Subtask Management Module</a:t>
          </a:r>
          <a:endParaRPr lang="en-IN" sz="1400" kern="1200" baseline="0" dirty="0"/>
        </a:p>
      </dsp:txBody>
      <dsp:txXfrm>
        <a:off x="3492577" y="2334132"/>
        <a:ext cx="2035323" cy="620525"/>
      </dsp:txXfrm>
    </dsp:sp>
    <dsp:sp modelId="{C82CABD5-1F34-4272-AC01-9CF1DB49A5A6}">
      <dsp:nvSpPr>
        <dsp:cNvPr id="0" name=""/>
        <dsp:cNvSpPr/>
      </dsp:nvSpPr>
      <dsp:spPr>
        <a:xfrm>
          <a:off x="3492577" y="3109789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CRM Module (Future Scope)</a:t>
          </a:r>
          <a:endParaRPr lang="en-IN" sz="1400" kern="1200" baseline="0" dirty="0"/>
        </a:p>
      </dsp:txBody>
      <dsp:txXfrm>
        <a:off x="3492577" y="3109789"/>
        <a:ext cx="2035323" cy="620525"/>
      </dsp:txXfrm>
    </dsp:sp>
    <dsp:sp modelId="{6A83E02C-174D-4E19-A374-242A9F4FEB7D}">
      <dsp:nvSpPr>
        <dsp:cNvPr id="0" name=""/>
        <dsp:cNvSpPr/>
      </dsp:nvSpPr>
      <dsp:spPr>
        <a:xfrm>
          <a:off x="3492577" y="3885446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Workspace Management Module</a:t>
          </a:r>
          <a:endParaRPr lang="en-IN" sz="1400" kern="1200" baseline="0" dirty="0"/>
        </a:p>
      </dsp:txBody>
      <dsp:txXfrm>
        <a:off x="3492577" y="3885446"/>
        <a:ext cx="2035323" cy="620525"/>
      </dsp:txXfrm>
    </dsp:sp>
    <dsp:sp modelId="{6ADF4B64-9FB3-46A4-8235-571FB45AB5F5}">
      <dsp:nvSpPr>
        <dsp:cNvPr id="0" name=""/>
        <dsp:cNvSpPr/>
      </dsp:nvSpPr>
      <dsp:spPr>
        <a:xfrm>
          <a:off x="3492577" y="4661103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Project Management Module</a:t>
          </a:r>
          <a:br>
            <a:rPr lang="en-GB" sz="1400" kern="1200" baseline="0" smtClean="0">
              <a:latin typeface="Arial" pitchFamily="34" charset="0"/>
              <a:cs typeface="Arial" pitchFamily="34" charset="0"/>
            </a:rPr>
          </a:br>
          <a:endParaRPr lang="en-IN" sz="1400" kern="1200" baseline="0" dirty="0"/>
        </a:p>
      </dsp:txBody>
      <dsp:txXfrm>
        <a:off x="3492577" y="4661103"/>
        <a:ext cx="2035323" cy="620525"/>
      </dsp:txXfrm>
    </dsp:sp>
    <dsp:sp modelId="{94ED6941-296A-43C1-B5F3-1126B885223E}">
      <dsp:nvSpPr>
        <dsp:cNvPr id="0" name=""/>
        <dsp:cNvSpPr/>
      </dsp:nvSpPr>
      <dsp:spPr>
        <a:xfrm>
          <a:off x="3492577" y="5436760"/>
          <a:ext cx="2035323" cy="62052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baseline="0" smtClean="0">
              <a:latin typeface="Arial" pitchFamily="34" charset="0"/>
              <a:cs typeface="Arial" pitchFamily="34" charset="0"/>
            </a:rPr>
            <a:t>CRM Module (Future Scope)</a:t>
          </a:r>
          <a:br>
            <a:rPr lang="en-GB" sz="1400" kern="1200" baseline="0" smtClean="0">
              <a:latin typeface="Arial" pitchFamily="34" charset="0"/>
              <a:cs typeface="Arial" pitchFamily="34" charset="0"/>
            </a:rPr>
          </a:br>
          <a:endParaRPr lang="en-IN" sz="1400" kern="1200" baseline="0" dirty="0"/>
        </a:p>
      </dsp:txBody>
      <dsp:txXfrm>
        <a:off x="3492577" y="5436760"/>
        <a:ext cx="2035323" cy="620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28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07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2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5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809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46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45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09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40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5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56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DEB1F-46EF-4E58-BB1A-E25740014C40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07F73-5ECD-4B26-A2F3-342ED666B9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136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620688"/>
            <a:ext cx="7772400" cy="1470025"/>
          </a:xfrm>
        </p:spPr>
        <p:txBody>
          <a:bodyPr>
            <a:normAutofit/>
          </a:bodyPr>
          <a:lstStyle/>
          <a:p>
            <a:r>
              <a:rPr lang="en-IN" sz="4000" dirty="0" err="1" smtClean="0">
                <a:latin typeface="Segoe UI" pitchFamily="34" charset="0"/>
                <a:cs typeface="Segoe UI" pitchFamily="34" charset="0"/>
              </a:rPr>
              <a:t>WorkNest</a:t>
            </a:r>
            <a:r>
              <a:rPr lang="en-IN" dirty="0" smtClean="0"/>
              <a:t> – Multi-Tenant </a:t>
            </a:r>
            <a:r>
              <a:rPr lang="en-IN" dirty="0" err="1" smtClean="0"/>
              <a:t>SaaS</a:t>
            </a:r>
            <a:r>
              <a:rPr lang="en-IN" dirty="0" smtClean="0"/>
              <a:t> Project Management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7584" y="2420888"/>
            <a:ext cx="7488832" cy="302433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 smtClean="0"/>
              <a:t>Rahul </a:t>
            </a:r>
            <a:r>
              <a:rPr lang="en-GB" dirty="0" err="1" smtClean="0"/>
              <a:t>Shinde</a:t>
            </a:r>
            <a:r>
              <a:rPr lang="en-GB" dirty="0" smtClean="0"/>
              <a:t>  And </a:t>
            </a:r>
            <a:r>
              <a:rPr lang="en-GB" dirty="0" err="1" smtClean="0"/>
              <a:t>Aditya</a:t>
            </a:r>
            <a:r>
              <a:rPr lang="en-GB" dirty="0" smtClean="0"/>
              <a:t> </a:t>
            </a:r>
            <a:r>
              <a:rPr lang="en-GB" dirty="0" err="1" smtClean="0"/>
              <a:t>Ghorad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MCA – 2nd Semester</a:t>
            </a:r>
            <a:br>
              <a:rPr lang="en-GB" dirty="0" smtClean="0"/>
            </a:br>
            <a:r>
              <a:rPr lang="en-US" dirty="0" err="1"/>
              <a:t>Suryadatta</a:t>
            </a:r>
            <a:r>
              <a:rPr lang="en-US" dirty="0"/>
              <a:t> Institute of Business Management and Technology (SIBMT), Pune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Project Guide :  </a:t>
            </a:r>
            <a:r>
              <a:rPr lang="en-GB" dirty="0" err="1" smtClean="0"/>
              <a:t>Omkar</a:t>
            </a:r>
            <a:r>
              <a:rPr lang="en-GB" dirty="0" smtClean="0"/>
              <a:t> </a:t>
            </a:r>
            <a:r>
              <a:rPr lang="en-GB" dirty="0" err="1" smtClean="0"/>
              <a:t>Kumbhar</a:t>
            </a:r>
            <a:r>
              <a:rPr lang="en-GB" dirty="0" smtClean="0"/>
              <a:t> sir</a:t>
            </a:r>
            <a:br>
              <a:rPr lang="en-GB" dirty="0" smtClean="0"/>
            </a:br>
            <a:r>
              <a:rPr lang="en-GB" dirty="0" smtClean="0"/>
              <a:t>February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82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Multi-Tenant architecture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Role-Based Access Control (RBAC)</a:t>
            </a:r>
          </a:p>
          <a:p>
            <a:pPr>
              <a:lnSpc>
                <a:spcPct val="150000"/>
              </a:lnSpc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Workspace and Project management system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Scalable and secure platform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5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Problem Statement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Companies face difficulty in managing multiple projects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No proper role hierarchy in traditional systems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Data mixing problem in single-tenant systems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Lack of secure and scalable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SaaS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solutions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Manual tracking leads to inefficiency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6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Objectives of the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To design a Multi-Tenant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SaaS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platform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To implement Role-Based Access Control (RBAC)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To ensure secure authentication and authorization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To manage workspaces, projects, tasks, and subtasks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To build a scalable and enterprise-ready system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63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dirty="0" smtClean="0"/>
              <a:t>Existing System </a:t>
            </a:r>
            <a:r>
              <a:rPr lang="en-IN" dirty="0" err="1" smtClean="0"/>
              <a:t>vs</a:t>
            </a:r>
            <a:r>
              <a:rPr lang="en-IN" dirty="0" smtClean="0"/>
              <a:t> Proposed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Existing System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 smtClean="0"/>
              <a:t>• Manual or Excel-based tracking</a:t>
            </a:r>
            <a:br>
              <a:rPr lang="en-GB" sz="2000" dirty="0" smtClean="0"/>
            </a:br>
            <a:r>
              <a:rPr lang="en-GB" sz="2000" dirty="0" smtClean="0"/>
              <a:t>• No proper role hierarchy</a:t>
            </a:r>
            <a:br>
              <a:rPr lang="en-GB" sz="2000" dirty="0" smtClean="0"/>
            </a:br>
            <a:r>
              <a:rPr lang="en-GB" sz="2000" dirty="0" smtClean="0"/>
              <a:t>• Data security issues</a:t>
            </a:r>
            <a:br>
              <a:rPr lang="en-GB" sz="2000" dirty="0" smtClean="0"/>
            </a:br>
            <a:r>
              <a:rPr lang="en-GB" sz="2000" dirty="0" smtClean="0"/>
              <a:t>• Not scalable</a:t>
            </a:r>
            <a:br>
              <a:rPr lang="en-GB" sz="2000" dirty="0" smtClean="0"/>
            </a:br>
            <a:r>
              <a:rPr lang="en-GB" sz="2000" dirty="0" smtClean="0"/>
              <a:t>• Single-tenant structure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Proposed System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 smtClean="0"/>
              <a:t>• Cloud-based </a:t>
            </a:r>
            <a:r>
              <a:rPr lang="en-GB" sz="2000" dirty="0" err="1" smtClean="0"/>
              <a:t>SaaS</a:t>
            </a:r>
            <a:r>
              <a:rPr lang="en-GB" sz="2000" dirty="0" smtClean="0"/>
              <a:t> platform</a:t>
            </a:r>
            <a:br>
              <a:rPr lang="en-GB" sz="2000" dirty="0" smtClean="0"/>
            </a:br>
            <a:r>
              <a:rPr lang="en-GB" sz="2000" dirty="0" smtClean="0"/>
              <a:t>• Multi-Tenant architecture</a:t>
            </a:r>
            <a:br>
              <a:rPr lang="en-GB" sz="2000" dirty="0" smtClean="0"/>
            </a:br>
            <a:r>
              <a:rPr lang="en-GB" sz="2000" dirty="0" smtClean="0"/>
              <a:t>• Role-Based Access Control</a:t>
            </a:r>
            <a:br>
              <a:rPr lang="en-GB" sz="2000" dirty="0" smtClean="0"/>
            </a:br>
            <a:r>
              <a:rPr lang="en-GB" sz="2000" dirty="0" smtClean="0"/>
              <a:t>• Secure and scalable system</a:t>
            </a:r>
            <a:br>
              <a:rPr lang="en-GB" sz="2000" dirty="0" smtClean="0"/>
            </a:br>
            <a:r>
              <a:rPr lang="en-GB" sz="2000" dirty="0" smtClean="0"/>
              <a:t>• Workspace and project hierarchy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2301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System Architecture</a:t>
            </a: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875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0469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System Hierarchy</a:t>
            </a:r>
            <a:endParaRPr lang="en-IN" dirty="0"/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139483096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5951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Project Level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46619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688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-171400"/>
            <a:ext cx="7931224" cy="994122"/>
          </a:xfrm>
        </p:spPr>
        <p:txBody>
          <a:bodyPr>
            <a:normAutofit/>
          </a:bodyPr>
          <a:lstStyle/>
          <a:p>
            <a:r>
              <a:rPr lang="en-IN" sz="3200" dirty="0" smtClean="0"/>
              <a:t>Modules of the System</a:t>
            </a:r>
            <a:endParaRPr lang="en-IN" sz="3200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80074092"/>
              </p:ext>
            </p:extLst>
          </p:nvPr>
        </p:nvGraphicFramePr>
        <p:xfrm>
          <a:off x="467544" y="692696"/>
          <a:ext cx="7992888" cy="6064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853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Database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Users 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Roles Table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Companies Table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Workspaces Table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Projects Table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Tasks Table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Subtasks Table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Subscriptions Table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51920" y="1628800"/>
            <a:ext cx="4752528" cy="4248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280584" y="5894185"/>
            <a:ext cx="1895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smtClean="0"/>
              <a:t>ER Diagram</a:t>
            </a:r>
            <a:endParaRPr lang="en-IN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68462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Technology 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• Frontend: React.js</a:t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smtClean="0">
                <a:latin typeface="Arial" pitchFamily="34" charset="0"/>
                <a:cs typeface="Arial" pitchFamily="34" charset="0"/>
              </a:rPr>
              <a:t>• Backend: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NodeJs</a:t>
            </a:r>
            <a:endParaRPr lang="en-IN" sz="24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 smtClean="0">
                <a:latin typeface="Arial" pitchFamily="34" charset="0"/>
                <a:cs typeface="Arial" pitchFamily="34" charset="0"/>
              </a:rPr>
              <a:t>• Database: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PostgreSQL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smtClean="0">
                <a:latin typeface="Arial" pitchFamily="34" charset="0"/>
                <a:cs typeface="Arial" pitchFamily="34" charset="0"/>
              </a:rPr>
              <a:t>• Security: JWT Authentication</a:t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smtClean="0">
                <a:latin typeface="Arial" pitchFamily="34" charset="0"/>
                <a:cs typeface="Arial" pitchFamily="34" charset="0"/>
              </a:rPr>
              <a:t>• Version Control: Git &amp;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GitHub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400" dirty="0" smtClean="0">
                <a:latin typeface="Arial" pitchFamily="34" charset="0"/>
                <a:cs typeface="Arial" pitchFamily="34" charset="0"/>
              </a:rPr>
            </a:br>
            <a:r>
              <a:rPr lang="en-IN" sz="2400" dirty="0" smtClean="0">
                <a:latin typeface="Arial" pitchFamily="34" charset="0"/>
                <a:cs typeface="Arial" pitchFamily="34" charset="0"/>
              </a:rPr>
              <a:t>• Architecture: Multi-Tenant </a:t>
            </a:r>
            <a:r>
              <a:rPr lang="en-IN" sz="2400" dirty="0" err="1" smtClean="0">
                <a:latin typeface="Arial" pitchFamily="34" charset="0"/>
                <a:cs typeface="Arial" pitchFamily="34" charset="0"/>
              </a:rPr>
              <a:t>SaaS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5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Features Implemented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Multi-Tenant Architecture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Role-Based Access Control (RBAC)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Secure Login &amp; JWT Authentication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Company &amp; Workspace Management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Project, Task &amp; Subtask Management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Team &amp; Employee Assignment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Subscription Handling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06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Future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CRM Integration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Payment Gateway Integration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Real-time Notifications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Email &amp; SMS Alerts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Analytics Dashboard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Mobile Application Version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AI-based Task Recommendation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80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• Successfully developed a Multi-Tenant </a:t>
            </a:r>
            <a:r>
              <a:rPr lang="en-GB" sz="2400" dirty="0" err="1" smtClean="0">
                <a:latin typeface="Arial" pitchFamily="34" charset="0"/>
                <a:cs typeface="Arial" pitchFamily="34" charset="0"/>
              </a:rPr>
              <a:t>SaaS</a:t>
            </a:r>
            <a:r>
              <a:rPr lang="en-GB" sz="2400" dirty="0" smtClean="0">
                <a:latin typeface="Arial" pitchFamily="34" charset="0"/>
                <a:cs typeface="Arial" pitchFamily="34" charset="0"/>
              </a:rPr>
              <a:t> system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Implemented Role-Based Access Control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Designed scalable and secure architecture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Built real-world enterprise project workflow</a:t>
            </a:r>
            <a:br>
              <a:rPr lang="en-GB" sz="2400" dirty="0" smtClean="0">
                <a:latin typeface="Arial" pitchFamily="34" charset="0"/>
                <a:cs typeface="Arial" pitchFamily="34" charset="0"/>
              </a:rPr>
            </a:br>
            <a:r>
              <a:rPr lang="en-GB" sz="2400" dirty="0" smtClean="0">
                <a:latin typeface="Arial" pitchFamily="34" charset="0"/>
                <a:cs typeface="Arial" pitchFamily="34" charset="0"/>
              </a:rPr>
              <a:t>• System is ready for future enhancements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38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Arial" pitchFamily="34" charset="0"/>
                <a:cs typeface="Arial" pitchFamily="34" charset="0"/>
              </a:rPr>
              <a:t>Thank You</a:t>
            </a:r>
            <a:br>
              <a:rPr lang="en-IN" b="1" dirty="0" smtClean="0">
                <a:latin typeface="Arial" pitchFamily="34" charset="0"/>
                <a:cs typeface="Arial" pitchFamily="34" charset="0"/>
              </a:rPr>
            </a:br>
            <a:r>
              <a:rPr lang="en-IN" b="1" dirty="0" smtClean="0">
                <a:latin typeface="Arial" pitchFamily="34" charset="0"/>
                <a:cs typeface="Arial" pitchFamily="34" charset="0"/>
              </a:rPr>
              <a:t>Any Questions?</a:t>
            </a:r>
            <a:endParaRPr lang="en-IN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90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216</Words>
  <Application>Microsoft Office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WorkNest – Multi-Tenant SaaS Project Management System</vt:lpstr>
      <vt:lpstr>Introduction</vt:lpstr>
      <vt:lpstr>Problem Statement</vt:lpstr>
      <vt:lpstr>Objectives of the System</vt:lpstr>
      <vt:lpstr>Existing System vs Proposed System</vt:lpstr>
      <vt:lpstr>System Architecture</vt:lpstr>
      <vt:lpstr>System Hierarchy</vt:lpstr>
      <vt:lpstr>Project Level Hierarchy</vt:lpstr>
      <vt:lpstr>Modules of the System</vt:lpstr>
      <vt:lpstr>Database Design</vt:lpstr>
      <vt:lpstr>Technology Stack</vt:lpstr>
      <vt:lpstr>Features Implemented</vt:lpstr>
      <vt:lpstr>Future Scope</vt:lpstr>
      <vt:lpstr>Conclusion</vt:lpstr>
      <vt:lpstr>Thank You Any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WorkNest – Multi-Tenant SaaS Project Management System</dc:title>
  <dc:creator>rahulshinde2577@hotmail.com</dc:creator>
  <cp:lastModifiedBy>rahulshinde2577@hotmail.com</cp:lastModifiedBy>
  <cp:revision>10</cp:revision>
  <dcterms:created xsi:type="dcterms:W3CDTF">2026-02-20T15:19:11Z</dcterms:created>
  <dcterms:modified xsi:type="dcterms:W3CDTF">2026-02-20T16:53:48Z</dcterms:modified>
</cp:coreProperties>
</file>